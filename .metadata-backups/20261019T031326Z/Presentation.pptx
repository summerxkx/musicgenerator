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146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5804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Music That Changes With The Game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Samar Khajuria, T00714740</a:t>
            </a:r>
          </a:p>
          <a:p>
            <a:r>
              <a:rPr dirty="0"/>
              <a:t>COMP 4980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Game music is normally a fixed audio file</a:t>
            </a:r>
          </a:p>
          <a:p>
            <a:r>
              <a:rPr dirty="0"/>
              <a:t>It plays the same way on every replay</a:t>
            </a:r>
          </a:p>
          <a:p>
            <a:r>
              <a:rPr dirty="0"/>
              <a:t>It does not know what the player is doing</a:t>
            </a:r>
          </a:p>
          <a:p>
            <a:r>
              <a:rPr dirty="0"/>
              <a:t>PCG means the computer builds content instead</a:t>
            </a:r>
          </a:p>
          <a:p>
            <a:r>
              <a:rPr dirty="0"/>
              <a:t>This project does that for the music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 Built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program that writes music for each level</a:t>
            </a:r>
          </a:p>
          <a:p>
            <a:r>
              <a:rPr dirty="0"/>
              <a:t>A level number goes in, a music file comes 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Note Is Just A Number</a:t>
            </a:r>
          </a:p>
        </p:txBody>
      </p:sp>
      <p:pic>
        <p:nvPicPr>
          <p:cNvPr id="3" name="Picture 2" descr="notes_expla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20240"/>
            <a:ext cx="7863840" cy="36899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More 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beat is the pulse you tap your foot to</a:t>
            </a:r>
          </a:p>
          <a:p>
            <a:r>
              <a:rPr dirty="0"/>
              <a:t>Tempo is beats per minute, so higher is faster</a:t>
            </a:r>
          </a:p>
          <a:p>
            <a:r>
              <a:rPr dirty="0"/>
              <a:t>A MIDI file is not a recording</a:t>
            </a:r>
          </a:p>
          <a:p>
            <a:r>
              <a:rPr dirty="0"/>
              <a:t>It is a list of which note to play and when</a:t>
            </a:r>
          </a:p>
          <a:p>
            <a:r>
              <a:rPr dirty="0"/>
              <a:t>That is why one level is only 600 bytes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Music Is Made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Only two notes, a low C and a high C</a:t>
            </a:r>
          </a:p>
          <a:p>
            <a:r>
              <a:t>One note per beat, thirty two notes in total</a:t>
            </a:r>
          </a:p>
          <a:p>
            <a:r>
              <a:t>Each beat, the program rolls 0 to 99</a:t>
            </a:r>
          </a:p>
          <a:p>
            <a:r>
              <a:t>75 out of 100, swap to the other note</a:t>
            </a:r>
          </a:p>
          <a:p>
            <a:r>
              <a:t>25 out of 100, repeat the same note</a:t>
            </a:r>
          </a:p>
          <a:p>
            <a:r>
              <a:t>A repeat shifts the pattern, so levels differ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This Sits In PCG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Stochastic, because it uses randomness</a:t>
            </a:r>
          </a:p>
          <a:p>
            <a:r>
              <a:rPr dirty="0"/>
              <a:t>Constructive, it builds in one pass</a:t>
            </a:r>
          </a:p>
          <a:p>
            <a:r>
              <a:rPr dirty="0"/>
              <a:t>Automatic, no human picks the notes</a:t>
            </a:r>
          </a:p>
          <a:p>
            <a:r>
              <a:rPr dirty="0"/>
              <a:t>Adaptive, the output follows the game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Levels, Five Patterns</a:t>
            </a:r>
          </a:p>
        </p:txBody>
      </p:sp>
      <p:pic>
        <p:nvPicPr>
          <p:cNvPr id="3" name="Picture 2" descr="patter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20240"/>
            <a:ext cx="7863840" cy="37997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Difficulty Sets The Speed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Level 1, 80 beats per minute, 24.0 seconds</a:t>
            </a:r>
          </a:p>
          <a:p>
            <a:r>
              <a:t>Level 2, 110 beats per minute, 17.5 seconds</a:t>
            </a:r>
          </a:p>
          <a:p>
            <a:r>
              <a:t>Level 3, 140 beats per minute, 13.7 seconds</a:t>
            </a:r>
          </a:p>
          <a:p>
            <a:r>
              <a:t>Level 4, 170 beats per minute, 11.3 seconds</a:t>
            </a:r>
          </a:p>
          <a:p>
            <a:r>
              <a:t>Level 5, 200 beats per minute, 9.6 seconds</a:t>
            </a:r>
          </a:p>
          <a:p>
            <a:r>
              <a:t>Each level adds 30 beats per minute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It Does Not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Two notes is not really a melody</a:t>
            </a:r>
          </a:p>
          <a:p>
            <a:r>
              <a:rPr dirty="0"/>
              <a:t>The rhythm never changes</a:t>
            </a:r>
          </a:p>
          <a:p>
            <a:r>
              <a:rPr dirty="0"/>
              <a:t>Difficulty only controls the speed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I Would Take It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 a few more notes, so it can suggest a key</a:t>
            </a:r>
          </a:p>
          <a:p>
            <a:r>
              <a:rPr dirty="0"/>
              <a:t>Let difficulty change the randomness too</a:t>
            </a:r>
          </a:p>
          <a:p>
            <a:r>
              <a:rPr dirty="0"/>
              <a:t>Vary the drum as well as the speed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602</Words>
  <Application>Microsoft Macintosh PowerPoint</Application>
  <PresentationFormat>On-screen Show (4:3)</PresentationFormat>
  <Paragraphs>61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Music That Changes With The Game</vt:lpstr>
      <vt:lpstr>Introduction</vt:lpstr>
      <vt:lpstr>What I Built</vt:lpstr>
      <vt:lpstr>A Note Is Just A Number</vt:lpstr>
      <vt:lpstr>Three More Words</vt:lpstr>
      <vt:lpstr>How The Music Is Made</vt:lpstr>
      <vt:lpstr>Where This Sits In PCG</vt:lpstr>
      <vt:lpstr>Five Levels, Five Patterns</vt:lpstr>
      <vt:lpstr>Difficulty Sets The Speed</vt:lpstr>
      <vt:lpstr>What It Does Not Do</vt:lpstr>
      <vt:lpstr>Where I Would Take It Next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Music That Changes With The Game</dc:title>
  <dc:subject>COMP 4980, Category 3: Computationally Generated Music</dc:subject>
  <dc:creator>Samar Khajuria</dc:creator>
  <cp:keywords>procedural content generation, game music, MIDI, Java</cp:keywords>
  <dc:description>A procedural music generator that builds level music from two notes, with difficulty setting the tempo.</dc:description>
  <cp:lastModifiedBy>Samar Khajuria</cp:lastModifiedBy>
  <cp:revision>2</cp:revision>
  <dcterms:created xsi:type="dcterms:W3CDTF">2013-01-27T09:14:16Z</dcterms:created>
  <dcterms:modified xsi:type="dcterms:W3CDTF">2026-10-19T02:32:25Z</dcterms:modified>
  <cp:category>Student project</cp:category>
</cp:coreProperties>
</file>