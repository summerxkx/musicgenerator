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86575e06-ee89-a17d-7102-9e8d94557c91}">
          <p14:sldIdLst>
            <p14:sldId id="256"/>
            <p14:sldId id="257"/>
            <p14:sldId id="258"/>
          </p14:sldIdLst>
        </p14:section>
        <p14:section name="Background" id="{c23395f9-5575-24bc-e657-0d8eaee74d15}">
          <p14:sldIdLst>
            <p14:sldId id="259"/>
            <p14:sldId id="260"/>
          </p14:sldIdLst>
        </p14:section>
        <p14:section name="How it works" id="{6f13c67a-13c4-13d3-9b71-090a1b863955}">
          <p14:sldIdLst>
            <p14:sldId id="261"/>
            <p14:sldId id="262"/>
            <p14:sldId id="263"/>
          </p14:sldIdLst>
        </p14:section>
        <p14:section name="Results" id="{14dea4aa-3394-eafc-49d6-cdacabfe694c}">
          <p14:sldIdLst>
            <p14:sldId id="264"/>
            <p14:sldId id="265"/>
          </p14:sldIdLst>
        </p14:section>
        <p14:section name="Reflection" id="{23fe7e4b-78a1-2b23-8d44-554083a21a29}">
          <p14:sldIdLst>
            <p14:sldId id="266"/>
            <p14:sldId id="267"/>
            <p14:sldId id="268"/>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Hello. My project is a music generator for a game. It writes the music itself instead of playing a recorded track. I will show you what it does, the few ideas you need to follow it, and how it fits into procedural content generation.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Normally a game ships with finished audio. It cannot react to you, and it takes up space. The question behind this project is simple. What if the game made the music as you played.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whole shape of the project. The game passes in a level number. The program hands back a piece of music for that level. It is one Java file with no outside libraries, so everything you see came from the code I wrote.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all the music theory you need. Every key on a keyboard has a number. I use two of them. Sixty is middle C and seventy two is the C above it. Because they are twelve keys apart they are the same note, just higher, so they always sound right together. That means I never have to worry about keys or scales.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plain words. A beat is the pulse you tap your foot to. Tempo is how fast those beats come. A MIDI file is not a recording, it is a short set of instructions, like sheet music for the computer. That is why one level here is only six hundred and twenty bytes.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whole rule. The melody has two notes and it mostly alternates between them. On each beat it rolls a number. Three times out of four it swaps to the other note. One time in four it repeats instead, and that repeat knocks the pattern onto the opposite foot. That single rule is what makes level one and level two sound different. The formal name for it is a two state Markov chain, which just means it only looks at the note it played last.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level number does double duty. It is the seed for the random rolls, so level three always gives back exactly the same thirty two notes. Run it today, run it next year, you get the picture at the top twice over. That means the game stores the number three instead of an audio file.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Placing it in the taxonomy from the course. It is stochastic because it rolls dice. Constructive because it builds in one pass and never backtracks. Automatic because nothing is hand picked. The one I want to defend is adaptive. The output follows the state of the game rather than a seed alone, and most of the generators we studied are generic, so this is the strongest claim the project has.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real output. Each block is one beat. Top row is the high note, bottom row is the low note. You can see the alternating pattern, and you can see it stumble where a repeat lands. Level five at the bottom has the most repeats, so it clumps up the most.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numbers come straight out of the program. Level one runs at eighty beats a minute and takes twenty four seconds. Level five runs at two hundred and is over in under ten. Level five also happened to land fourteen repeats, which is double most of the others, so it is the busiest of the five. Harder level, faster and more crowded music.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want to be straight about the limits. Two notes is not really a melody, so what this produces is closer to an adaptive pulse than a tune. The rhythm never changes, only the speed. And nobody has listened to it in a proper test, so I cannot claim it feels right to a player. That is the first thing I would fix.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things I would do next. A third note would give it an actual melody. Driving it from health or danger instead of the level number would make it adaptive moment to moment, not just level to level. The drum could carry difficulty as well. And most importantly, I would put it in front of real listeners and get data.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you. I am happy to take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_DARK">
    <p:bg>
      <p:bgPr>
        <a:solidFill>
          <a:schemeClr val="tx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77240" y="2057400"/>
            <a:ext cx="10637215" cy="1600200"/>
          </a:xfrm>
          <a:prstGeom prst="rect">
            <a:avLst/>
          </a:prstGeom>
          <a:noFill/>
          <a:ln/>
        </p:spPr>
        <p:txBody>
          <a:bodyPr wrap="square" rtlCol="0"/>
          <a:lstStyle>
            <a:lvl1pPr algn="l" indent="0" marL="0">
              <a:buNone/>
              <a:defRPr lang="en-US" sz="4600" b="1" dirty="0">
                <a:solidFill>
                  <a:schemeClr val="bg1"/>
                </a:solidFill>
              </a:defRPr>
            </a:lvl1pPr>
          </a:lstStyle>
          <a:p>
            <a:pPr algn="l" indent="0" marL="0">
              <a:buNone/>
            </a:pPr>
            <a:endParaRPr lang="en-US" sz="4600" dirty="0"/>
          </a:p>
        </p:txBody>
      </p:sp>
      <p:sp>
        <p:nvSpPr>
          <p:cNvPr id="3" name="Text 0"/>
          <p:cNvSpPr/>
          <p:nvPr>
            <p:ph idx="101" type="body" hasCustomPrompt="1"/>
          </p:nvPr>
        </p:nvSpPr>
        <p:spPr>
          <a:xfrm>
            <a:off x="777240" y="3794760"/>
            <a:ext cx="10637215" cy="1005840"/>
          </a:xfrm>
          <a:prstGeom prst="rect">
            <a:avLst/>
          </a:prstGeom>
          <a:noFill/>
          <a:ln/>
        </p:spPr>
        <p:txBody>
          <a:bodyPr wrap="square" rtlCol="0"/>
          <a:lstStyle>
            <a:lvl1pPr algn="l" indent="0" marL="0">
              <a:buNone/>
              <a:defRPr lang="en-US" sz="1800" dirty="0">
                <a:solidFill>
                  <a:schemeClr val="accent5"/>
                </a:solidFill>
              </a:defRPr>
            </a:lvl1pPr>
          </a:lstStyle>
          <a:p>
            <a:pPr algn="l" indent="0" marL="0">
              <a:buNone/>
            </a:pPr>
            <a:endParaRPr lang="en-US" sz="18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LOSER_DARK">
    <p:bg>
      <p:bgPr>
        <a:solidFill>
          <a:schemeClr val="tx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77240" y="2286000"/>
            <a:ext cx="10637215" cy="1280160"/>
          </a:xfrm>
          <a:prstGeom prst="rect">
            <a:avLst/>
          </a:prstGeom>
          <a:noFill/>
          <a:ln/>
        </p:spPr>
        <p:txBody>
          <a:bodyPr wrap="square" rtlCol="0"/>
          <a:lstStyle>
            <a:lvl1pPr algn="ctr" indent="0" marL="0">
              <a:buNone/>
              <a:defRPr lang="en-US" sz="4800" b="1" dirty="0">
                <a:solidFill>
                  <a:schemeClr val="bg1"/>
                </a:solidFill>
              </a:defRPr>
            </a:lvl1pPr>
          </a:lstStyle>
          <a:p>
            <a:pPr algn="ctr" indent="0" marL="0">
              <a:buNone/>
            </a:pPr>
            <a:endParaRPr lang="en-US" sz="4800" dirty="0"/>
          </a:p>
        </p:txBody>
      </p:sp>
      <p:sp>
        <p:nvSpPr>
          <p:cNvPr id="3" name="Text 0"/>
          <p:cNvSpPr/>
          <p:nvPr>
            <p:ph idx="101" type="body" hasCustomPrompt="1"/>
          </p:nvPr>
        </p:nvSpPr>
        <p:spPr>
          <a:xfrm>
            <a:off x="777240" y="3703320"/>
            <a:ext cx="10637215" cy="731520"/>
          </a:xfrm>
          <a:prstGeom prst="rect">
            <a:avLst/>
          </a:prstGeom>
          <a:noFill/>
          <a:ln/>
        </p:spPr>
        <p:txBody>
          <a:bodyPr wrap="square" rtlCol="0"/>
          <a:lstStyle>
            <a:lvl1pPr algn="ctr" indent="0" marL="0">
              <a:buNone/>
              <a:defRPr lang="en-US" sz="1600" dirty="0">
                <a:solidFill>
                  <a:schemeClr val="accent5"/>
                </a:solidFill>
              </a:defRPr>
            </a:lvl1pPr>
          </a:lstStyle>
          <a:p>
            <a:pPr algn="ctr" indent="0" marL="0">
              <a:buNone/>
            </a:pPr>
            <a:endParaRPr lang="en-US" sz="160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TITLE_ONLY">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77240" y="438912"/>
            <a:ext cx="10637215" cy="786384"/>
          </a:xfrm>
          <a:prstGeom prst="rect">
            <a:avLst/>
          </a:prstGeom>
          <a:noFill/>
          <a:ln/>
        </p:spPr>
        <p:txBody>
          <a:bodyPr wrap="square" rtlCol="0"/>
          <a:lstStyle>
            <a:lvl1pPr algn="l" indent="0" marL="0">
              <a:buNone/>
              <a:defRPr lang="en-US" sz="3400" b="1" dirty="0">
                <a:solidFill>
                  <a:schemeClr val="tx1"/>
                </a:solidFill>
              </a:defRPr>
            </a:lvl1pPr>
          </a:lstStyle>
          <a:p>
            <a:pPr algn="l" indent="0" marL="0">
              <a:buNone/>
            </a:pPr>
            <a:endParaRPr lang="en-US" sz="3400" dirty="0"/>
          </a:p>
        </p:txBody>
      </p:sp>
      <p:sp>
        <p:nvSpPr>
          <p:cNvPr id="3" name="Text 0"/>
          <p:cNvSpPr txBox="1"/>
          <p:nvPr/>
        </p:nvSpPr>
        <p:spPr>
          <a:xfrm>
            <a:off x="777240" y="6291072"/>
            <a:ext cx="6858000" cy="274320"/>
          </a:xfrm>
          <a:prstGeom prst="rect">
            <a:avLst/>
          </a:prstGeom>
          <a:noFill/>
          <a:ln/>
        </p:spPr>
        <p:txBody>
          <a:bodyPr wrap="square" lIns="0" tIns="0" rIns="0" bIns="0" rtlCol="0" anchor="ctr"/>
          <a:lstStyle/>
          <a:p>
            <a:pPr algn="l" indent="0" marL="0">
              <a:buNone/>
            </a:pPr>
            <a:r>
              <a:rPr lang="en-US" sz="1000" dirty="0">
                <a:solidFill>
                  <a:schemeClr val="accent3"/>
                </a:solidFill>
              </a:rPr>
              <a:t>COMP 4980   Procedural Content Generation</a:t>
            </a:r>
            <a:endParaRPr lang="en-US" sz="1000" dirty="0"/>
          </a:p>
        </p:txBody>
      </p:sp>
      <p:sp>
        <p:nvSpPr>
          <p:cNvPr id="25" name="Slide Number Placeholder 0"/>
          <p:cNvSpPr>
            <a:spLocks noGrp="1"/>
          </p:cNvSpPr>
          <p:nvPr>
            <p:ph type="sldNum" sz="quarter" idx="4294967295"/>
          </p:nvPr>
        </p:nvSpPr>
        <p:spPr>
          <a:xfrm>
            <a:off x="10972800" y="6291072"/>
            <a:ext cx="43891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1004</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77240" y="438912"/>
            <a:ext cx="10637215" cy="786384"/>
          </a:xfrm>
          <a:prstGeom prst="rect">
            <a:avLst/>
          </a:prstGeom>
          <a:noFill/>
          <a:ln/>
        </p:spPr>
        <p:txBody>
          <a:bodyPr wrap="square" rtlCol="0"/>
          <a:lstStyle>
            <a:lvl1pPr algn="l" indent="0" marL="0">
              <a:buNone/>
              <a:defRPr lang="en-US" sz="3400" b="1" dirty="0">
                <a:solidFill>
                  <a:schemeClr val="tx1"/>
                </a:solidFill>
              </a:defRPr>
            </a:lvl1pPr>
          </a:lstStyle>
          <a:p>
            <a:pPr algn="l" indent="0" marL="0">
              <a:buNone/>
            </a:pPr>
            <a:endParaRPr lang="en-US" sz="3400" dirty="0"/>
          </a:p>
        </p:txBody>
      </p:sp>
      <p:sp>
        <p:nvSpPr>
          <p:cNvPr id="3" name="Text 0"/>
          <p:cNvSpPr/>
          <p:nvPr>
            <p:ph idx="101" type="body" hasCustomPrompt="1"/>
          </p:nvPr>
        </p:nvSpPr>
        <p:spPr>
          <a:xfrm>
            <a:off x="777240" y="1463040"/>
            <a:ext cx="10637215" cy="4480560"/>
          </a:xfrm>
          <a:prstGeom prst="rect">
            <a:avLst/>
          </a:prstGeom>
          <a:noFill/>
          <a:ln/>
        </p:spPr>
        <p:txBody>
          <a:bodyPr wrap="square" rtlCol="0"/>
          <a:lstStyle>
            <a:lvl1pPr algn="l" indent="0" marL="0">
              <a:buNone/>
              <a:defRPr lang="en-US" sz="1600" dirty="0">
                <a:solidFill>
                  <a:schemeClr val="tx1"/>
                </a:solidFill>
              </a:defRPr>
            </a:lvl1pPr>
          </a:lstStyle>
          <a:p>
            <a:pPr algn="l" indent="0" marL="0">
              <a:buNone/>
            </a:pPr>
            <a:endParaRPr lang="en-US" sz="1600" dirty="0"/>
          </a:p>
        </p:txBody>
      </p:sp>
      <p:sp>
        <p:nvSpPr>
          <p:cNvPr id="4" name="Text 0"/>
          <p:cNvSpPr txBox="1"/>
          <p:nvPr/>
        </p:nvSpPr>
        <p:spPr>
          <a:xfrm>
            <a:off x="777240" y="6291072"/>
            <a:ext cx="6858000" cy="274320"/>
          </a:xfrm>
          <a:prstGeom prst="rect">
            <a:avLst/>
          </a:prstGeom>
          <a:noFill/>
          <a:ln/>
        </p:spPr>
        <p:txBody>
          <a:bodyPr wrap="square" lIns="0" tIns="0" rIns="0" bIns="0" rtlCol="0" anchor="ctr"/>
          <a:lstStyle/>
          <a:p>
            <a:pPr algn="l" indent="0" marL="0">
              <a:buNone/>
            </a:pPr>
            <a:r>
              <a:rPr lang="en-US" sz="1000" dirty="0">
                <a:solidFill>
                  <a:schemeClr val="accent3"/>
                </a:solidFill>
              </a:rPr>
              <a:t>COMP 4980   Procedural Content Generation</a:t>
            </a:r>
            <a:endParaRPr lang="en-US" sz="1000" dirty="0"/>
          </a:p>
        </p:txBody>
      </p:sp>
      <p:sp>
        <p:nvSpPr>
          <p:cNvPr id="25" name="Slide Number Placeholder 0"/>
          <p:cNvSpPr>
            <a:spLocks noGrp="1"/>
          </p:cNvSpPr>
          <p:nvPr>
            <p:ph type="sldNum" sz="quarter" idx="4294967295"/>
          </p:nvPr>
        </p:nvSpPr>
        <p:spPr>
          <a:xfrm>
            <a:off x="10972800" y="6291072"/>
            <a:ext cx="43891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1005</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972800" y="6291072"/>
            <a:ext cx="43891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4.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4.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777240" y="1508760"/>
            <a:ext cx="10637215" cy="320040"/>
          </a:xfrm>
          <a:prstGeom prst="rect">
            <a:avLst/>
          </a:prstGeom>
          <a:noFill/>
          <a:ln/>
        </p:spPr>
        <p:txBody>
          <a:bodyPr wrap="square" lIns="0" tIns="0" rIns="0" bIns="0" rtlCol="0" anchor="ctr"/>
          <a:lstStyle/>
          <a:p>
            <a:pPr indent="0" marL="0">
              <a:buNone/>
            </a:pPr>
            <a:r>
              <a:rPr lang="en-US" sz="1300" b="1" spc="250" kern="0" dirty="0">
                <a:solidFill>
                  <a:schemeClr val="accent1"/>
                </a:solidFill>
              </a:rPr>
              <a:t>A PROCEDURAL MUSIC GENERATOR</a:t>
            </a:r>
            <a:endParaRPr lang="en-US" sz="1300" dirty="0"/>
          </a:p>
        </p:txBody>
      </p:sp>
      <p:sp>
        <p:nvSpPr>
          <p:cNvPr id="3" name="Text 0"/>
          <p:cNvSpPr/>
          <p:nvPr>
            <p:ph idx="100" type="title" hasCustomPrompt="1"/>
          </p:nvPr>
        </p:nvSpPr>
        <p:spPr>
          <a:xfrm>
            <a:off x="777240" y="2057400"/>
            <a:ext cx="10637215" cy="1600200"/>
          </a:xfrm>
          <a:prstGeom prst="rect">
            <a:avLst/>
          </a:prstGeom>
          <a:noFill/>
          <a:ln/>
        </p:spPr>
        <p:txBody>
          <a:bodyPr wrap="square" lIns="0" tIns="0" rIns="0" bIns="0" rtlCol="0" anchor="b"/>
          <a:lstStyle/>
          <a:p>
            <a:pPr algn="l" indent="0" marL="0">
              <a:buNone/>
            </a:pPr>
            <a:r>
              <a:rPr lang="en-US" sz="4600" b="1" dirty="0">
                <a:solidFill>
                  <a:schemeClr val="bg1"/>
                </a:solidFill>
              </a:rPr>
              <a:t>Music That Changes With The Game</a:t>
            </a:r>
            <a:endParaRPr lang="en-US" sz="4600" dirty="0"/>
          </a:p>
        </p:txBody>
      </p:sp>
      <p:sp>
        <p:nvSpPr>
          <p:cNvPr id="4" name="Text 0"/>
          <p:cNvSpPr/>
          <p:nvPr>
            <p:ph idx="101" type="body" hasCustomPrompt="1"/>
          </p:nvPr>
        </p:nvSpPr>
        <p:spPr>
          <a:xfrm>
            <a:off x="777240" y="3794760"/>
            <a:ext cx="10637215" cy="1005840"/>
          </a:xfrm>
          <a:prstGeom prst="rect">
            <a:avLst/>
          </a:prstGeom>
          <a:noFill/>
          <a:ln/>
        </p:spPr>
        <p:txBody>
          <a:bodyPr wrap="square" lIns="0" tIns="0" rIns="0" bIns="0" rtlCol="0" anchor="t"/>
          <a:lstStyle/>
          <a:p>
            <a:pPr algn="l" indent="0" marL="0">
              <a:buNone/>
            </a:pPr>
            <a:r>
              <a:rPr lang="en-US" sz="1800" dirty="0">
                <a:solidFill>
                  <a:schemeClr val="accent5"/>
                </a:solidFill>
              </a:rPr>
              <a:t>Written in Java. The game gives it one number and gets a piece of music back.</a:t>
            </a:r>
            <a:endParaRPr lang="en-US" sz="1800" dirty="0"/>
          </a:p>
          <a:p>
            <a:pPr algn="l" indent="0" marL="0">
              <a:buNone/>
            </a:pPr>
            <a:r>
              <a:rPr lang="en-US" sz="1800" dirty="0">
                <a:solidFill>
                  <a:schemeClr val="accent3"/>
                </a:solidFill>
              </a:rPr>
              <a:t>Samar Khajuria    |    COMP 4980 Procedural Content Generation</a:t>
            </a:r>
            <a:endParaRPr lang="en-US" sz="1800" dirty="0"/>
          </a:p>
        </p:txBody>
      </p:sp>
      <p:sp>
        <p:nvSpPr>
          <p:cNvPr id="5" name="title strip beat 1"/>
          <p:cNvSpPr/>
          <p:nvPr/>
        </p:nvSpPr>
        <p:spPr>
          <a:xfrm>
            <a:off x="777240" y="5559552"/>
            <a:ext cx="259282" cy="155448"/>
          </a:xfrm>
          <a:prstGeom prst="roundRect">
            <a:avLst>
              <a:gd name="adj" fmla="val 11765"/>
            </a:avLst>
          </a:prstGeom>
          <a:solidFill>
            <a:schemeClr val="accent2"/>
          </a:solidFill>
          <a:ln w="6350">
            <a:solidFill>
              <a:schemeClr val="accent2"/>
            </a:solidFill>
            <a:prstDash val="solid"/>
          </a:ln>
        </p:spPr>
      </p:sp>
      <p:sp>
        <p:nvSpPr>
          <p:cNvPr id="6" name="title strip beat 2"/>
          <p:cNvSpPr/>
          <p:nvPr/>
        </p:nvSpPr>
        <p:spPr>
          <a:xfrm>
            <a:off x="1109653" y="5349240"/>
            <a:ext cx="259282" cy="155448"/>
          </a:xfrm>
          <a:prstGeom prst="roundRect">
            <a:avLst>
              <a:gd name="adj" fmla="val 11765"/>
            </a:avLst>
          </a:prstGeom>
          <a:solidFill>
            <a:schemeClr val="accent1"/>
          </a:solidFill>
          <a:ln w="6350">
            <a:solidFill>
              <a:schemeClr val="accent1"/>
            </a:solidFill>
            <a:prstDash val="solid"/>
          </a:ln>
        </p:spPr>
      </p:sp>
      <p:sp>
        <p:nvSpPr>
          <p:cNvPr id="7" name="title strip beat 3"/>
          <p:cNvSpPr/>
          <p:nvPr/>
        </p:nvSpPr>
        <p:spPr>
          <a:xfrm>
            <a:off x="1442066" y="5559552"/>
            <a:ext cx="259282" cy="155448"/>
          </a:xfrm>
          <a:prstGeom prst="roundRect">
            <a:avLst>
              <a:gd name="adj" fmla="val 11765"/>
            </a:avLst>
          </a:prstGeom>
          <a:solidFill>
            <a:schemeClr val="accent2"/>
          </a:solidFill>
          <a:ln w="6350">
            <a:solidFill>
              <a:schemeClr val="accent2"/>
            </a:solidFill>
            <a:prstDash val="solid"/>
          </a:ln>
        </p:spPr>
      </p:sp>
      <p:sp>
        <p:nvSpPr>
          <p:cNvPr id="8" name="title strip beat 4"/>
          <p:cNvSpPr/>
          <p:nvPr/>
        </p:nvSpPr>
        <p:spPr>
          <a:xfrm>
            <a:off x="1774479" y="5349240"/>
            <a:ext cx="259282" cy="155448"/>
          </a:xfrm>
          <a:prstGeom prst="roundRect">
            <a:avLst>
              <a:gd name="adj" fmla="val 11765"/>
            </a:avLst>
          </a:prstGeom>
          <a:solidFill>
            <a:schemeClr val="accent1"/>
          </a:solidFill>
          <a:ln w="6350">
            <a:solidFill>
              <a:schemeClr val="accent1"/>
            </a:solidFill>
            <a:prstDash val="solid"/>
          </a:ln>
        </p:spPr>
      </p:sp>
      <p:sp>
        <p:nvSpPr>
          <p:cNvPr id="9" name="title strip beat 5"/>
          <p:cNvSpPr/>
          <p:nvPr/>
        </p:nvSpPr>
        <p:spPr>
          <a:xfrm>
            <a:off x="2106892" y="5349240"/>
            <a:ext cx="259282" cy="155448"/>
          </a:xfrm>
          <a:prstGeom prst="roundRect">
            <a:avLst>
              <a:gd name="adj" fmla="val 11765"/>
            </a:avLst>
          </a:prstGeom>
          <a:solidFill>
            <a:schemeClr val="accent1"/>
          </a:solidFill>
          <a:ln w="6350">
            <a:solidFill>
              <a:schemeClr val="accent1"/>
            </a:solidFill>
            <a:prstDash val="solid"/>
          </a:ln>
        </p:spPr>
      </p:sp>
      <p:sp>
        <p:nvSpPr>
          <p:cNvPr id="10" name="title strip beat 6"/>
          <p:cNvSpPr/>
          <p:nvPr/>
        </p:nvSpPr>
        <p:spPr>
          <a:xfrm>
            <a:off x="2439305" y="5559552"/>
            <a:ext cx="259282" cy="155448"/>
          </a:xfrm>
          <a:prstGeom prst="roundRect">
            <a:avLst>
              <a:gd name="adj" fmla="val 11765"/>
            </a:avLst>
          </a:prstGeom>
          <a:solidFill>
            <a:schemeClr val="accent2"/>
          </a:solidFill>
          <a:ln w="6350">
            <a:solidFill>
              <a:schemeClr val="accent2"/>
            </a:solidFill>
            <a:prstDash val="solid"/>
          </a:ln>
        </p:spPr>
      </p:sp>
      <p:sp>
        <p:nvSpPr>
          <p:cNvPr id="11" name="title strip beat 7"/>
          <p:cNvSpPr/>
          <p:nvPr/>
        </p:nvSpPr>
        <p:spPr>
          <a:xfrm>
            <a:off x="2771718" y="5559552"/>
            <a:ext cx="259282" cy="155448"/>
          </a:xfrm>
          <a:prstGeom prst="roundRect">
            <a:avLst>
              <a:gd name="adj" fmla="val 11765"/>
            </a:avLst>
          </a:prstGeom>
          <a:solidFill>
            <a:schemeClr val="accent2"/>
          </a:solidFill>
          <a:ln w="6350">
            <a:solidFill>
              <a:schemeClr val="accent2"/>
            </a:solidFill>
            <a:prstDash val="solid"/>
          </a:ln>
        </p:spPr>
      </p:sp>
      <p:sp>
        <p:nvSpPr>
          <p:cNvPr id="12" name="title strip beat 8"/>
          <p:cNvSpPr/>
          <p:nvPr/>
        </p:nvSpPr>
        <p:spPr>
          <a:xfrm>
            <a:off x="3104131" y="5349240"/>
            <a:ext cx="259282" cy="155448"/>
          </a:xfrm>
          <a:prstGeom prst="roundRect">
            <a:avLst>
              <a:gd name="adj" fmla="val 11765"/>
            </a:avLst>
          </a:prstGeom>
          <a:solidFill>
            <a:schemeClr val="accent1"/>
          </a:solidFill>
          <a:ln w="6350">
            <a:solidFill>
              <a:schemeClr val="accent1"/>
            </a:solidFill>
            <a:prstDash val="solid"/>
          </a:ln>
        </p:spPr>
      </p:sp>
      <p:sp>
        <p:nvSpPr>
          <p:cNvPr id="13" name="title strip beat 9"/>
          <p:cNvSpPr/>
          <p:nvPr/>
        </p:nvSpPr>
        <p:spPr>
          <a:xfrm>
            <a:off x="3436544" y="5349240"/>
            <a:ext cx="259282" cy="155448"/>
          </a:xfrm>
          <a:prstGeom prst="roundRect">
            <a:avLst>
              <a:gd name="adj" fmla="val 11765"/>
            </a:avLst>
          </a:prstGeom>
          <a:solidFill>
            <a:schemeClr val="accent1"/>
          </a:solidFill>
          <a:ln w="6350">
            <a:solidFill>
              <a:schemeClr val="accent1"/>
            </a:solidFill>
            <a:prstDash val="solid"/>
          </a:ln>
        </p:spPr>
      </p:sp>
      <p:sp>
        <p:nvSpPr>
          <p:cNvPr id="14" name="title strip beat 10"/>
          <p:cNvSpPr/>
          <p:nvPr/>
        </p:nvSpPr>
        <p:spPr>
          <a:xfrm>
            <a:off x="3768957" y="5559552"/>
            <a:ext cx="259282" cy="155448"/>
          </a:xfrm>
          <a:prstGeom prst="roundRect">
            <a:avLst>
              <a:gd name="adj" fmla="val 11765"/>
            </a:avLst>
          </a:prstGeom>
          <a:solidFill>
            <a:schemeClr val="accent2"/>
          </a:solidFill>
          <a:ln w="6350">
            <a:solidFill>
              <a:schemeClr val="accent2"/>
            </a:solidFill>
            <a:prstDash val="solid"/>
          </a:ln>
        </p:spPr>
      </p:sp>
      <p:sp>
        <p:nvSpPr>
          <p:cNvPr id="15" name="title strip beat 11"/>
          <p:cNvSpPr/>
          <p:nvPr/>
        </p:nvSpPr>
        <p:spPr>
          <a:xfrm>
            <a:off x="4101370" y="5349240"/>
            <a:ext cx="259282" cy="155448"/>
          </a:xfrm>
          <a:prstGeom prst="roundRect">
            <a:avLst>
              <a:gd name="adj" fmla="val 11765"/>
            </a:avLst>
          </a:prstGeom>
          <a:solidFill>
            <a:schemeClr val="accent1"/>
          </a:solidFill>
          <a:ln w="6350">
            <a:solidFill>
              <a:schemeClr val="accent1"/>
            </a:solidFill>
            <a:prstDash val="solid"/>
          </a:ln>
        </p:spPr>
      </p:sp>
      <p:sp>
        <p:nvSpPr>
          <p:cNvPr id="16" name="title strip beat 12"/>
          <p:cNvSpPr/>
          <p:nvPr/>
        </p:nvSpPr>
        <p:spPr>
          <a:xfrm>
            <a:off x="4433783" y="5559552"/>
            <a:ext cx="259282" cy="155448"/>
          </a:xfrm>
          <a:prstGeom prst="roundRect">
            <a:avLst>
              <a:gd name="adj" fmla="val 11765"/>
            </a:avLst>
          </a:prstGeom>
          <a:solidFill>
            <a:schemeClr val="accent2"/>
          </a:solidFill>
          <a:ln w="6350">
            <a:solidFill>
              <a:schemeClr val="accent2"/>
            </a:solidFill>
            <a:prstDash val="solid"/>
          </a:ln>
        </p:spPr>
      </p:sp>
      <p:sp>
        <p:nvSpPr>
          <p:cNvPr id="17" name="title strip beat 13"/>
          <p:cNvSpPr/>
          <p:nvPr/>
        </p:nvSpPr>
        <p:spPr>
          <a:xfrm>
            <a:off x="4766196" y="5349240"/>
            <a:ext cx="259282" cy="155448"/>
          </a:xfrm>
          <a:prstGeom prst="roundRect">
            <a:avLst>
              <a:gd name="adj" fmla="val 11765"/>
            </a:avLst>
          </a:prstGeom>
          <a:solidFill>
            <a:schemeClr val="accent1"/>
          </a:solidFill>
          <a:ln w="6350">
            <a:solidFill>
              <a:schemeClr val="accent1"/>
            </a:solidFill>
            <a:prstDash val="solid"/>
          </a:ln>
        </p:spPr>
      </p:sp>
      <p:sp>
        <p:nvSpPr>
          <p:cNvPr id="18" name="title strip beat 14"/>
          <p:cNvSpPr/>
          <p:nvPr/>
        </p:nvSpPr>
        <p:spPr>
          <a:xfrm>
            <a:off x="5098609" y="5349240"/>
            <a:ext cx="259282" cy="155448"/>
          </a:xfrm>
          <a:prstGeom prst="roundRect">
            <a:avLst>
              <a:gd name="adj" fmla="val 11765"/>
            </a:avLst>
          </a:prstGeom>
          <a:solidFill>
            <a:schemeClr val="accent1"/>
          </a:solidFill>
          <a:ln w="6350">
            <a:solidFill>
              <a:schemeClr val="accent1"/>
            </a:solidFill>
            <a:prstDash val="solid"/>
          </a:ln>
        </p:spPr>
      </p:sp>
      <p:sp>
        <p:nvSpPr>
          <p:cNvPr id="19" name="title strip beat 15"/>
          <p:cNvSpPr/>
          <p:nvPr/>
        </p:nvSpPr>
        <p:spPr>
          <a:xfrm>
            <a:off x="5431022" y="5559552"/>
            <a:ext cx="259282" cy="155448"/>
          </a:xfrm>
          <a:prstGeom prst="roundRect">
            <a:avLst>
              <a:gd name="adj" fmla="val 11765"/>
            </a:avLst>
          </a:prstGeom>
          <a:solidFill>
            <a:schemeClr val="accent2"/>
          </a:solidFill>
          <a:ln w="6350">
            <a:solidFill>
              <a:schemeClr val="accent2"/>
            </a:solidFill>
            <a:prstDash val="solid"/>
          </a:ln>
        </p:spPr>
      </p:sp>
      <p:sp>
        <p:nvSpPr>
          <p:cNvPr id="20" name="title strip beat 16"/>
          <p:cNvSpPr/>
          <p:nvPr/>
        </p:nvSpPr>
        <p:spPr>
          <a:xfrm>
            <a:off x="5763435" y="5349240"/>
            <a:ext cx="259282" cy="155448"/>
          </a:xfrm>
          <a:prstGeom prst="roundRect">
            <a:avLst>
              <a:gd name="adj" fmla="val 11765"/>
            </a:avLst>
          </a:prstGeom>
          <a:solidFill>
            <a:schemeClr val="accent1"/>
          </a:solidFill>
          <a:ln w="6350">
            <a:solidFill>
              <a:schemeClr val="accent1"/>
            </a:solidFill>
            <a:prstDash val="solid"/>
          </a:ln>
        </p:spPr>
      </p:sp>
      <p:sp>
        <p:nvSpPr>
          <p:cNvPr id="21" name="title strip beat 17"/>
          <p:cNvSpPr/>
          <p:nvPr/>
        </p:nvSpPr>
        <p:spPr>
          <a:xfrm>
            <a:off x="6095848" y="5559552"/>
            <a:ext cx="259282" cy="155448"/>
          </a:xfrm>
          <a:prstGeom prst="roundRect">
            <a:avLst>
              <a:gd name="adj" fmla="val 11765"/>
            </a:avLst>
          </a:prstGeom>
          <a:solidFill>
            <a:schemeClr val="accent2"/>
          </a:solidFill>
          <a:ln w="6350">
            <a:solidFill>
              <a:schemeClr val="accent2"/>
            </a:solidFill>
            <a:prstDash val="solid"/>
          </a:ln>
        </p:spPr>
      </p:sp>
      <p:sp>
        <p:nvSpPr>
          <p:cNvPr id="22" name="title strip beat 18"/>
          <p:cNvSpPr/>
          <p:nvPr/>
        </p:nvSpPr>
        <p:spPr>
          <a:xfrm>
            <a:off x="6428261" y="5349240"/>
            <a:ext cx="259282" cy="155448"/>
          </a:xfrm>
          <a:prstGeom prst="roundRect">
            <a:avLst>
              <a:gd name="adj" fmla="val 11765"/>
            </a:avLst>
          </a:prstGeom>
          <a:solidFill>
            <a:schemeClr val="accent1"/>
          </a:solidFill>
          <a:ln w="6350">
            <a:solidFill>
              <a:schemeClr val="accent1"/>
            </a:solidFill>
            <a:prstDash val="solid"/>
          </a:ln>
        </p:spPr>
      </p:sp>
      <p:sp>
        <p:nvSpPr>
          <p:cNvPr id="23" name="title strip beat 19"/>
          <p:cNvSpPr/>
          <p:nvPr/>
        </p:nvSpPr>
        <p:spPr>
          <a:xfrm>
            <a:off x="6760674" y="5559552"/>
            <a:ext cx="259282" cy="155448"/>
          </a:xfrm>
          <a:prstGeom prst="roundRect">
            <a:avLst>
              <a:gd name="adj" fmla="val 11765"/>
            </a:avLst>
          </a:prstGeom>
          <a:solidFill>
            <a:schemeClr val="accent2"/>
          </a:solidFill>
          <a:ln w="6350">
            <a:solidFill>
              <a:schemeClr val="accent2"/>
            </a:solidFill>
            <a:prstDash val="solid"/>
          </a:ln>
        </p:spPr>
      </p:sp>
      <p:sp>
        <p:nvSpPr>
          <p:cNvPr id="24" name="title strip beat 20"/>
          <p:cNvSpPr/>
          <p:nvPr/>
        </p:nvSpPr>
        <p:spPr>
          <a:xfrm>
            <a:off x="7093087" y="5349240"/>
            <a:ext cx="259282" cy="155448"/>
          </a:xfrm>
          <a:prstGeom prst="roundRect">
            <a:avLst>
              <a:gd name="adj" fmla="val 11765"/>
            </a:avLst>
          </a:prstGeom>
          <a:solidFill>
            <a:schemeClr val="accent1"/>
          </a:solidFill>
          <a:ln w="6350">
            <a:solidFill>
              <a:schemeClr val="accent1"/>
            </a:solidFill>
            <a:prstDash val="solid"/>
          </a:ln>
        </p:spPr>
      </p:sp>
      <p:sp>
        <p:nvSpPr>
          <p:cNvPr id="25" name="title strip beat 21"/>
          <p:cNvSpPr/>
          <p:nvPr/>
        </p:nvSpPr>
        <p:spPr>
          <a:xfrm>
            <a:off x="7425500" y="5559552"/>
            <a:ext cx="259282" cy="155448"/>
          </a:xfrm>
          <a:prstGeom prst="roundRect">
            <a:avLst>
              <a:gd name="adj" fmla="val 11765"/>
            </a:avLst>
          </a:prstGeom>
          <a:solidFill>
            <a:schemeClr val="accent2"/>
          </a:solidFill>
          <a:ln w="6350">
            <a:solidFill>
              <a:schemeClr val="accent2"/>
            </a:solidFill>
            <a:prstDash val="solid"/>
          </a:ln>
        </p:spPr>
      </p:sp>
      <p:sp>
        <p:nvSpPr>
          <p:cNvPr id="26" name="title strip beat 22"/>
          <p:cNvSpPr/>
          <p:nvPr/>
        </p:nvSpPr>
        <p:spPr>
          <a:xfrm>
            <a:off x="7757912" y="5349240"/>
            <a:ext cx="259282" cy="155448"/>
          </a:xfrm>
          <a:prstGeom prst="roundRect">
            <a:avLst>
              <a:gd name="adj" fmla="val 11765"/>
            </a:avLst>
          </a:prstGeom>
          <a:solidFill>
            <a:schemeClr val="accent1"/>
          </a:solidFill>
          <a:ln w="6350">
            <a:solidFill>
              <a:schemeClr val="accent1"/>
            </a:solidFill>
            <a:prstDash val="solid"/>
          </a:ln>
        </p:spPr>
      </p:sp>
      <p:sp>
        <p:nvSpPr>
          <p:cNvPr id="27" name="title strip beat 23"/>
          <p:cNvSpPr/>
          <p:nvPr/>
        </p:nvSpPr>
        <p:spPr>
          <a:xfrm>
            <a:off x="8090325" y="5559552"/>
            <a:ext cx="259282" cy="155448"/>
          </a:xfrm>
          <a:prstGeom prst="roundRect">
            <a:avLst>
              <a:gd name="adj" fmla="val 11765"/>
            </a:avLst>
          </a:prstGeom>
          <a:solidFill>
            <a:schemeClr val="accent2"/>
          </a:solidFill>
          <a:ln w="6350">
            <a:solidFill>
              <a:schemeClr val="accent2"/>
            </a:solidFill>
            <a:prstDash val="solid"/>
          </a:ln>
        </p:spPr>
      </p:sp>
      <p:sp>
        <p:nvSpPr>
          <p:cNvPr id="28" name="title strip beat 24"/>
          <p:cNvSpPr/>
          <p:nvPr/>
        </p:nvSpPr>
        <p:spPr>
          <a:xfrm>
            <a:off x="8422738" y="5559552"/>
            <a:ext cx="259282" cy="155448"/>
          </a:xfrm>
          <a:prstGeom prst="roundRect">
            <a:avLst>
              <a:gd name="adj" fmla="val 11765"/>
            </a:avLst>
          </a:prstGeom>
          <a:solidFill>
            <a:schemeClr val="accent2"/>
          </a:solidFill>
          <a:ln w="6350">
            <a:solidFill>
              <a:schemeClr val="accent2"/>
            </a:solidFill>
            <a:prstDash val="solid"/>
          </a:ln>
        </p:spPr>
      </p:sp>
      <p:sp>
        <p:nvSpPr>
          <p:cNvPr id="29" name="title strip beat 25"/>
          <p:cNvSpPr/>
          <p:nvPr/>
        </p:nvSpPr>
        <p:spPr>
          <a:xfrm>
            <a:off x="8755151" y="5349240"/>
            <a:ext cx="259282" cy="155448"/>
          </a:xfrm>
          <a:prstGeom prst="roundRect">
            <a:avLst>
              <a:gd name="adj" fmla="val 11765"/>
            </a:avLst>
          </a:prstGeom>
          <a:solidFill>
            <a:schemeClr val="accent1"/>
          </a:solidFill>
          <a:ln w="6350">
            <a:solidFill>
              <a:schemeClr val="accent1"/>
            </a:solidFill>
            <a:prstDash val="solid"/>
          </a:ln>
        </p:spPr>
      </p:sp>
      <p:sp>
        <p:nvSpPr>
          <p:cNvPr id="30" name="title strip beat 26"/>
          <p:cNvSpPr/>
          <p:nvPr/>
        </p:nvSpPr>
        <p:spPr>
          <a:xfrm>
            <a:off x="9087564" y="5559552"/>
            <a:ext cx="259282" cy="155448"/>
          </a:xfrm>
          <a:prstGeom prst="roundRect">
            <a:avLst>
              <a:gd name="adj" fmla="val 11765"/>
            </a:avLst>
          </a:prstGeom>
          <a:solidFill>
            <a:schemeClr val="accent2"/>
          </a:solidFill>
          <a:ln w="6350">
            <a:solidFill>
              <a:schemeClr val="accent2"/>
            </a:solidFill>
            <a:prstDash val="solid"/>
          </a:ln>
        </p:spPr>
      </p:sp>
      <p:sp>
        <p:nvSpPr>
          <p:cNvPr id="31" name="title strip beat 27"/>
          <p:cNvSpPr/>
          <p:nvPr/>
        </p:nvSpPr>
        <p:spPr>
          <a:xfrm>
            <a:off x="9419977" y="5349240"/>
            <a:ext cx="259282" cy="155448"/>
          </a:xfrm>
          <a:prstGeom prst="roundRect">
            <a:avLst>
              <a:gd name="adj" fmla="val 11765"/>
            </a:avLst>
          </a:prstGeom>
          <a:solidFill>
            <a:schemeClr val="accent1"/>
          </a:solidFill>
          <a:ln w="6350">
            <a:solidFill>
              <a:schemeClr val="accent1"/>
            </a:solidFill>
            <a:prstDash val="solid"/>
          </a:ln>
        </p:spPr>
      </p:sp>
      <p:sp>
        <p:nvSpPr>
          <p:cNvPr id="32" name="title strip beat 28"/>
          <p:cNvSpPr/>
          <p:nvPr/>
        </p:nvSpPr>
        <p:spPr>
          <a:xfrm>
            <a:off x="9752390" y="5559552"/>
            <a:ext cx="259282" cy="155448"/>
          </a:xfrm>
          <a:prstGeom prst="roundRect">
            <a:avLst>
              <a:gd name="adj" fmla="val 11765"/>
            </a:avLst>
          </a:prstGeom>
          <a:solidFill>
            <a:schemeClr val="accent2"/>
          </a:solidFill>
          <a:ln w="6350">
            <a:solidFill>
              <a:schemeClr val="accent2"/>
            </a:solidFill>
            <a:prstDash val="solid"/>
          </a:ln>
        </p:spPr>
      </p:sp>
      <p:sp>
        <p:nvSpPr>
          <p:cNvPr id="33" name="title strip beat 29"/>
          <p:cNvSpPr/>
          <p:nvPr/>
        </p:nvSpPr>
        <p:spPr>
          <a:xfrm>
            <a:off x="10084803" y="5349240"/>
            <a:ext cx="259282" cy="155448"/>
          </a:xfrm>
          <a:prstGeom prst="roundRect">
            <a:avLst>
              <a:gd name="adj" fmla="val 11765"/>
            </a:avLst>
          </a:prstGeom>
          <a:solidFill>
            <a:schemeClr val="accent1"/>
          </a:solidFill>
          <a:ln w="6350">
            <a:solidFill>
              <a:schemeClr val="accent1"/>
            </a:solidFill>
            <a:prstDash val="solid"/>
          </a:ln>
        </p:spPr>
      </p:sp>
      <p:sp>
        <p:nvSpPr>
          <p:cNvPr id="34" name="title strip beat 30"/>
          <p:cNvSpPr/>
          <p:nvPr/>
        </p:nvSpPr>
        <p:spPr>
          <a:xfrm>
            <a:off x="10417216" y="5559552"/>
            <a:ext cx="259282" cy="155448"/>
          </a:xfrm>
          <a:prstGeom prst="roundRect">
            <a:avLst>
              <a:gd name="adj" fmla="val 11765"/>
            </a:avLst>
          </a:prstGeom>
          <a:solidFill>
            <a:schemeClr val="accent2"/>
          </a:solidFill>
          <a:ln w="6350">
            <a:solidFill>
              <a:schemeClr val="accent2"/>
            </a:solidFill>
            <a:prstDash val="solid"/>
          </a:ln>
        </p:spPr>
      </p:sp>
      <p:sp>
        <p:nvSpPr>
          <p:cNvPr id="35" name="title strip beat 31"/>
          <p:cNvSpPr/>
          <p:nvPr/>
        </p:nvSpPr>
        <p:spPr>
          <a:xfrm>
            <a:off x="10749629" y="5559552"/>
            <a:ext cx="259282" cy="155448"/>
          </a:xfrm>
          <a:prstGeom prst="roundRect">
            <a:avLst>
              <a:gd name="adj" fmla="val 11765"/>
            </a:avLst>
          </a:prstGeom>
          <a:solidFill>
            <a:schemeClr val="accent2"/>
          </a:solidFill>
          <a:ln w="6350">
            <a:solidFill>
              <a:schemeClr val="accent2"/>
            </a:solidFill>
            <a:prstDash val="solid"/>
          </a:ln>
        </p:spPr>
      </p:sp>
      <p:sp>
        <p:nvSpPr>
          <p:cNvPr id="36" name="title strip beat 32"/>
          <p:cNvSpPr/>
          <p:nvPr/>
        </p:nvSpPr>
        <p:spPr>
          <a:xfrm>
            <a:off x="11082042" y="5559552"/>
            <a:ext cx="259282" cy="155448"/>
          </a:xfrm>
          <a:prstGeom prst="roundRect">
            <a:avLst>
              <a:gd name="adj" fmla="val 11765"/>
            </a:avLst>
          </a:prstGeom>
          <a:solidFill>
            <a:schemeClr val="accent2"/>
          </a:solidFill>
          <a:ln w="6350">
            <a:solidFill>
              <a:schemeClr val="accent2"/>
            </a:solidFill>
            <a:prstDash val="solid"/>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777240" y="438912"/>
            <a:ext cx="10637215" cy="786384"/>
          </a:xfrm>
          <a:prstGeom prst="rect">
            <a:avLst/>
          </a:prstGeom>
          <a:noFill/>
          <a:ln/>
        </p:spPr>
        <p:txBody>
          <a:bodyPr wrap="square" lIns="0" tIns="0" rIns="0" bIns="0" rtlCol="0" anchor="ctr"/>
          <a:lstStyle/>
          <a:p>
            <a:pPr algn="l" indent="0" marL="0">
              <a:buNone/>
            </a:pPr>
            <a:r>
              <a:rPr lang="en-US" sz="3400" b="1" dirty="0">
                <a:solidFill>
                  <a:schemeClr val="tx1"/>
                </a:solidFill>
              </a:rPr>
              <a:t>The problem with game music</a:t>
            </a:r>
            <a:endParaRPr lang="en-US" sz="3400" dirty="0"/>
          </a:p>
        </p:txBody>
      </p:sp>
      <p:sp>
        <p:nvSpPr>
          <p:cNvPr id="3" name="marker 1"/>
          <p:cNvSpPr/>
          <p:nvPr/>
        </p:nvSpPr>
        <p:spPr>
          <a:xfrm>
            <a:off x="777240" y="1755648"/>
            <a:ext cx="182880" cy="182880"/>
          </a:xfrm>
          <a:prstGeom prst="roundRect">
            <a:avLst>
              <a:gd name="adj" fmla="val 15000"/>
            </a:avLst>
          </a:prstGeom>
          <a:solidFill>
            <a:schemeClr val="accent1"/>
          </a:solidFill>
          <a:ln w="6350">
            <a:solidFill>
              <a:schemeClr val="accent1"/>
            </a:solidFill>
            <a:prstDash val="solid"/>
          </a:ln>
        </p:spPr>
      </p:sp>
      <p:sp>
        <p:nvSpPr>
          <p:cNvPr id="4" name="problem 1"/>
          <p:cNvSpPr txBox="1"/>
          <p:nvPr/>
        </p:nvSpPr>
        <p:spPr>
          <a:xfrm>
            <a:off x="1161288" y="1691640"/>
            <a:ext cx="5760720" cy="868680"/>
          </a:xfrm>
          <a:prstGeom prst="rect">
            <a:avLst/>
          </a:prstGeom>
          <a:noFill/>
          <a:ln/>
        </p:spPr>
        <p:txBody>
          <a:bodyPr wrap="square" lIns="0" tIns="0" rIns="0" bIns="0" rtlCol="0" anchor="t"/>
          <a:lstStyle/>
          <a:p>
            <a:pPr indent="0" marL="0">
              <a:buNone/>
            </a:pPr>
            <a:r>
              <a:rPr lang="en-US" sz="1900" b="1" dirty="0">
                <a:solidFill>
                  <a:schemeClr val="tx1"/>
                </a:solidFill>
              </a:rPr>
              <a:t>Recorded tracks are fixed.</a:t>
            </a:r>
            <a:endParaRPr lang="en-US" sz="1900" dirty="0"/>
          </a:p>
          <a:p>
            <a:pPr indent="0" marL="0">
              <a:buNone/>
            </a:pPr>
            <a:r>
              <a:rPr lang="en-US" sz="1500" dirty="0">
                <a:solidFill>
                  <a:schemeClr val="accent3"/>
                </a:solidFill>
              </a:rPr>
              <a:t>The audio is finished long before anyone plays the game.</a:t>
            </a:r>
            <a:endParaRPr lang="en-US" sz="1900" dirty="0"/>
          </a:p>
        </p:txBody>
      </p:sp>
      <p:sp>
        <p:nvSpPr>
          <p:cNvPr id="5" name="marker 2"/>
          <p:cNvSpPr/>
          <p:nvPr/>
        </p:nvSpPr>
        <p:spPr>
          <a:xfrm>
            <a:off x="777240" y="2807208"/>
            <a:ext cx="182880" cy="182880"/>
          </a:xfrm>
          <a:prstGeom prst="roundRect">
            <a:avLst>
              <a:gd name="adj" fmla="val 15000"/>
            </a:avLst>
          </a:prstGeom>
          <a:solidFill>
            <a:schemeClr val="accent2"/>
          </a:solidFill>
          <a:ln w="6350">
            <a:solidFill>
              <a:schemeClr val="accent2"/>
            </a:solidFill>
            <a:prstDash val="solid"/>
          </a:ln>
        </p:spPr>
      </p:sp>
      <p:sp>
        <p:nvSpPr>
          <p:cNvPr id="6" name="problem 2"/>
          <p:cNvSpPr txBox="1"/>
          <p:nvPr/>
        </p:nvSpPr>
        <p:spPr>
          <a:xfrm>
            <a:off x="1161288" y="2743200"/>
            <a:ext cx="5760720" cy="868680"/>
          </a:xfrm>
          <a:prstGeom prst="rect">
            <a:avLst/>
          </a:prstGeom>
          <a:noFill/>
          <a:ln/>
        </p:spPr>
        <p:txBody>
          <a:bodyPr wrap="square" lIns="0" tIns="0" rIns="0" bIns="0" rtlCol="0" anchor="t"/>
          <a:lstStyle/>
          <a:p>
            <a:pPr indent="0" marL="0">
              <a:buNone/>
            </a:pPr>
            <a:r>
              <a:rPr lang="en-US" sz="1900" b="1" dirty="0">
                <a:solidFill>
                  <a:schemeClr val="tx1"/>
                </a:solidFill>
              </a:rPr>
              <a:t>The music does not know you.</a:t>
            </a:r>
            <a:endParaRPr lang="en-US" sz="1900" dirty="0"/>
          </a:p>
          <a:p>
            <a:pPr indent="0" marL="0">
              <a:buNone/>
            </a:pPr>
            <a:r>
              <a:rPr lang="en-US" sz="1500" dirty="0">
                <a:solidFill>
                  <a:schemeClr val="accent3"/>
                </a:solidFill>
              </a:rPr>
              <a:t>A calm level and a brutal level can end up with the same track.</a:t>
            </a:r>
            <a:endParaRPr lang="en-US" sz="1900" dirty="0"/>
          </a:p>
        </p:txBody>
      </p:sp>
      <p:sp>
        <p:nvSpPr>
          <p:cNvPr id="7" name="marker 3"/>
          <p:cNvSpPr/>
          <p:nvPr/>
        </p:nvSpPr>
        <p:spPr>
          <a:xfrm>
            <a:off x="777240" y="3858768"/>
            <a:ext cx="182880" cy="182880"/>
          </a:xfrm>
          <a:prstGeom prst="roundRect">
            <a:avLst>
              <a:gd name="adj" fmla="val 15000"/>
            </a:avLst>
          </a:prstGeom>
          <a:solidFill>
            <a:schemeClr val="accent1"/>
          </a:solidFill>
          <a:ln w="6350">
            <a:solidFill>
              <a:schemeClr val="accent1"/>
            </a:solidFill>
            <a:prstDash val="solid"/>
          </a:ln>
        </p:spPr>
      </p:sp>
      <p:sp>
        <p:nvSpPr>
          <p:cNvPr id="8" name="problem 3"/>
          <p:cNvSpPr txBox="1"/>
          <p:nvPr/>
        </p:nvSpPr>
        <p:spPr>
          <a:xfrm>
            <a:off x="1161288" y="3794760"/>
            <a:ext cx="5760720" cy="868680"/>
          </a:xfrm>
          <a:prstGeom prst="rect">
            <a:avLst/>
          </a:prstGeom>
          <a:noFill/>
          <a:ln/>
        </p:spPr>
        <p:txBody>
          <a:bodyPr wrap="square" lIns="0" tIns="0" rIns="0" bIns="0" rtlCol="0" anchor="t"/>
          <a:lstStyle/>
          <a:p>
            <a:pPr indent="0" marL="0">
              <a:buNone/>
            </a:pPr>
            <a:r>
              <a:rPr lang="en-US" sz="1900" b="1" dirty="0">
                <a:solidFill>
                  <a:schemeClr val="tx1"/>
                </a:solidFill>
              </a:rPr>
              <a:t>Audio files are big.</a:t>
            </a:r>
            <a:endParaRPr lang="en-US" sz="1900" dirty="0"/>
          </a:p>
          <a:p>
            <a:pPr indent="0" marL="0">
              <a:buNone/>
            </a:pPr>
            <a:r>
              <a:rPr lang="en-US" sz="1500" dirty="0">
                <a:solidFill>
                  <a:schemeClr val="accent3"/>
                </a:solidFill>
              </a:rPr>
              <a:t>Every track has to be stored and shipped with the game.</a:t>
            </a:r>
            <a:endParaRPr lang="en-US" sz="1900" dirty="0"/>
          </a:p>
        </p:txBody>
      </p:sp>
      <p:sp>
        <p:nvSpPr>
          <p:cNvPr id="9" name="fixed audio card"/>
          <p:cNvSpPr/>
          <p:nvPr/>
        </p:nvSpPr>
        <p:spPr>
          <a:xfrm>
            <a:off x="7315200" y="1691640"/>
            <a:ext cx="4096512" cy="3108960"/>
          </a:xfrm>
          <a:prstGeom prst="roundRect">
            <a:avLst>
              <a:gd name="adj" fmla="val 2353"/>
            </a:avLst>
          </a:prstGeom>
          <a:solidFill>
            <a:schemeClr val="tx2"/>
          </a:solidFill>
          <a:ln w="9525">
            <a:solidFill>
              <a:schemeClr val="tx2"/>
            </a:solidFill>
            <a:prstDash val="solid"/>
          </a:ln>
          <a:effectLst>
            <a:outerShdw sx="100000" sy="100000" kx="0" ky="0" algn="bl" rotWithShape="0" blurRad="127000" dist="25400" dir="5400000">
              <a:srgbClr val="11182B">
                <a:alpha val="10000"/>
              </a:srgbClr>
            </a:outerShdw>
          </a:effectLst>
        </p:spPr>
      </p:sp>
      <p:sp>
        <p:nvSpPr>
          <p:cNvPr id="10" name="waveform bar 1"/>
          <p:cNvSpPr/>
          <p:nvPr/>
        </p:nvSpPr>
        <p:spPr>
          <a:xfrm>
            <a:off x="7699248" y="2763774"/>
            <a:ext cx="86868" cy="141732"/>
          </a:xfrm>
          <a:prstGeom prst="roundRect">
            <a:avLst>
              <a:gd name="adj" fmla="val 21053"/>
            </a:avLst>
          </a:prstGeom>
          <a:solidFill>
            <a:schemeClr val="accent1"/>
          </a:solidFill>
          <a:ln w="6350">
            <a:solidFill>
              <a:schemeClr val="accent1"/>
            </a:solidFill>
            <a:prstDash val="solid"/>
          </a:ln>
        </p:spPr>
      </p:sp>
      <p:sp>
        <p:nvSpPr>
          <p:cNvPr id="11" name="waveform bar 2"/>
          <p:cNvSpPr/>
          <p:nvPr/>
        </p:nvSpPr>
        <p:spPr>
          <a:xfrm>
            <a:off x="7836408" y="2692908"/>
            <a:ext cx="86868" cy="283464"/>
          </a:xfrm>
          <a:prstGeom prst="roundRect">
            <a:avLst>
              <a:gd name="adj" fmla="val 21053"/>
            </a:avLst>
          </a:prstGeom>
          <a:solidFill>
            <a:schemeClr val="accent1"/>
          </a:solidFill>
          <a:ln w="6350">
            <a:solidFill>
              <a:schemeClr val="accent1"/>
            </a:solidFill>
            <a:prstDash val="solid"/>
          </a:ln>
        </p:spPr>
      </p:sp>
      <p:sp>
        <p:nvSpPr>
          <p:cNvPr id="12" name="waveform bar 3"/>
          <p:cNvSpPr/>
          <p:nvPr/>
        </p:nvSpPr>
        <p:spPr>
          <a:xfrm>
            <a:off x="7973568" y="2579522"/>
            <a:ext cx="86868" cy="510235"/>
          </a:xfrm>
          <a:prstGeom prst="roundRect">
            <a:avLst>
              <a:gd name="adj" fmla="val 21053"/>
            </a:avLst>
          </a:prstGeom>
          <a:solidFill>
            <a:schemeClr val="accent1"/>
          </a:solidFill>
          <a:ln w="6350">
            <a:solidFill>
              <a:schemeClr val="accent1"/>
            </a:solidFill>
            <a:prstDash val="solid"/>
          </a:ln>
        </p:spPr>
      </p:sp>
      <p:sp>
        <p:nvSpPr>
          <p:cNvPr id="13" name="waveform bar 4"/>
          <p:cNvSpPr/>
          <p:nvPr/>
        </p:nvSpPr>
        <p:spPr>
          <a:xfrm>
            <a:off x="8110728" y="2466137"/>
            <a:ext cx="86868" cy="737006"/>
          </a:xfrm>
          <a:prstGeom prst="roundRect">
            <a:avLst>
              <a:gd name="adj" fmla="val 21053"/>
            </a:avLst>
          </a:prstGeom>
          <a:solidFill>
            <a:schemeClr val="accent1"/>
          </a:solidFill>
          <a:ln w="6350">
            <a:solidFill>
              <a:schemeClr val="accent1"/>
            </a:solidFill>
            <a:prstDash val="solid"/>
          </a:ln>
        </p:spPr>
      </p:sp>
      <p:sp>
        <p:nvSpPr>
          <p:cNvPr id="14" name="waveform bar 5"/>
          <p:cNvSpPr/>
          <p:nvPr/>
        </p:nvSpPr>
        <p:spPr>
          <a:xfrm>
            <a:off x="8247888" y="2636215"/>
            <a:ext cx="86868" cy="396850"/>
          </a:xfrm>
          <a:prstGeom prst="roundRect">
            <a:avLst>
              <a:gd name="adj" fmla="val 21053"/>
            </a:avLst>
          </a:prstGeom>
          <a:solidFill>
            <a:schemeClr val="accent1"/>
          </a:solidFill>
          <a:ln w="6350">
            <a:solidFill>
              <a:schemeClr val="accent1"/>
            </a:solidFill>
            <a:prstDash val="solid"/>
          </a:ln>
        </p:spPr>
      </p:sp>
      <p:sp>
        <p:nvSpPr>
          <p:cNvPr id="15" name="waveform bar 6"/>
          <p:cNvSpPr/>
          <p:nvPr/>
        </p:nvSpPr>
        <p:spPr>
          <a:xfrm>
            <a:off x="8385048" y="2395271"/>
            <a:ext cx="86868" cy="878738"/>
          </a:xfrm>
          <a:prstGeom prst="roundRect">
            <a:avLst>
              <a:gd name="adj" fmla="val 21053"/>
            </a:avLst>
          </a:prstGeom>
          <a:solidFill>
            <a:schemeClr val="accent1"/>
          </a:solidFill>
          <a:ln w="6350">
            <a:solidFill>
              <a:schemeClr val="accent1"/>
            </a:solidFill>
            <a:prstDash val="solid"/>
          </a:ln>
        </p:spPr>
      </p:sp>
      <p:sp>
        <p:nvSpPr>
          <p:cNvPr id="16" name="waveform bar 7"/>
          <p:cNvSpPr/>
          <p:nvPr/>
        </p:nvSpPr>
        <p:spPr>
          <a:xfrm>
            <a:off x="8522208" y="2551176"/>
            <a:ext cx="86868" cy="566928"/>
          </a:xfrm>
          <a:prstGeom prst="roundRect">
            <a:avLst>
              <a:gd name="adj" fmla="val 21053"/>
            </a:avLst>
          </a:prstGeom>
          <a:solidFill>
            <a:schemeClr val="accent1"/>
          </a:solidFill>
          <a:ln w="6350">
            <a:solidFill>
              <a:schemeClr val="accent1"/>
            </a:solidFill>
            <a:prstDash val="solid"/>
          </a:ln>
        </p:spPr>
      </p:sp>
      <p:sp>
        <p:nvSpPr>
          <p:cNvPr id="17" name="waveform bar 8"/>
          <p:cNvSpPr/>
          <p:nvPr/>
        </p:nvSpPr>
        <p:spPr>
          <a:xfrm>
            <a:off x="8659368" y="2707081"/>
            <a:ext cx="86868" cy="255118"/>
          </a:xfrm>
          <a:prstGeom prst="roundRect">
            <a:avLst>
              <a:gd name="adj" fmla="val 21053"/>
            </a:avLst>
          </a:prstGeom>
          <a:solidFill>
            <a:schemeClr val="accent1"/>
          </a:solidFill>
          <a:ln w="6350">
            <a:solidFill>
              <a:schemeClr val="accent1"/>
            </a:solidFill>
            <a:prstDash val="solid"/>
          </a:ln>
        </p:spPr>
      </p:sp>
      <p:sp>
        <p:nvSpPr>
          <p:cNvPr id="18" name="waveform bar 9"/>
          <p:cNvSpPr/>
          <p:nvPr/>
        </p:nvSpPr>
        <p:spPr>
          <a:xfrm>
            <a:off x="8796528" y="2494483"/>
            <a:ext cx="86868" cy="680314"/>
          </a:xfrm>
          <a:prstGeom prst="roundRect">
            <a:avLst>
              <a:gd name="adj" fmla="val 21053"/>
            </a:avLst>
          </a:prstGeom>
          <a:solidFill>
            <a:schemeClr val="accent1"/>
          </a:solidFill>
          <a:ln w="6350">
            <a:solidFill>
              <a:schemeClr val="accent1"/>
            </a:solidFill>
            <a:prstDash val="solid"/>
          </a:ln>
        </p:spPr>
      </p:sp>
      <p:sp>
        <p:nvSpPr>
          <p:cNvPr id="19" name="waveform bar 10"/>
          <p:cNvSpPr/>
          <p:nvPr/>
        </p:nvSpPr>
        <p:spPr>
          <a:xfrm>
            <a:off x="8933688" y="2352751"/>
            <a:ext cx="86868" cy="963778"/>
          </a:xfrm>
          <a:prstGeom prst="roundRect">
            <a:avLst>
              <a:gd name="adj" fmla="val 21053"/>
            </a:avLst>
          </a:prstGeom>
          <a:solidFill>
            <a:schemeClr val="accent1"/>
          </a:solidFill>
          <a:ln w="6350">
            <a:solidFill>
              <a:schemeClr val="accent1"/>
            </a:solidFill>
            <a:prstDash val="solid"/>
          </a:ln>
        </p:spPr>
      </p:sp>
      <p:sp>
        <p:nvSpPr>
          <p:cNvPr id="20" name="waveform bar 11"/>
          <p:cNvSpPr/>
          <p:nvPr/>
        </p:nvSpPr>
        <p:spPr>
          <a:xfrm>
            <a:off x="9070848" y="2565349"/>
            <a:ext cx="86868" cy="538582"/>
          </a:xfrm>
          <a:prstGeom prst="roundRect">
            <a:avLst>
              <a:gd name="adj" fmla="val 21053"/>
            </a:avLst>
          </a:prstGeom>
          <a:solidFill>
            <a:schemeClr val="accent1"/>
          </a:solidFill>
          <a:ln w="6350">
            <a:solidFill>
              <a:schemeClr val="accent1"/>
            </a:solidFill>
            <a:prstDash val="solid"/>
          </a:ln>
        </p:spPr>
      </p:sp>
      <p:sp>
        <p:nvSpPr>
          <p:cNvPr id="21" name="waveform bar 12"/>
          <p:cNvSpPr/>
          <p:nvPr/>
        </p:nvSpPr>
        <p:spPr>
          <a:xfrm>
            <a:off x="9208008" y="2721254"/>
            <a:ext cx="86868" cy="226771"/>
          </a:xfrm>
          <a:prstGeom prst="roundRect">
            <a:avLst>
              <a:gd name="adj" fmla="val 21053"/>
            </a:avLst>
          </a:prstGeom>
          <a:solidFill>
            <a:schemeClr val="accent1"/>
          </a:solidFill>
          <a:ln w="6350">
            <a:solidFill>
              <a:schemeClr val="accent1"/>
            </a:solidFill>
            <a:prstDash val="solid"/>
          </a:ln>
        </p:spPr>
      </p:sp>
      <p:sp>
        <p:nvSpPr>
          <p:cNvPr id="22" name="waveform bar 13"/>
          <p:cNvSpPr/>
          <p:nvPr/>
        </p:nvSpPr>
        <p:spPr>
          <a:xfrm>
            <a:off x="9345168" y="2622042"/>
            <a:ext cx="86868" cy="425196"/>
          </a:xfrm>
          <a:prstGeom prst="roundRect">
            <a:avLst>
              <a:gd name="adj" fmla="val 21053"/>
            </a:avLst>
          </a:prstGeom>
          <a:solidFill>
            <a:schemeClr val="accent1"/>
          </a:solidFill>
          <a:ln w="6350">
            <a:solidFill>
              <a:schemeClr val="accent1"/>
            </a:solidFill>
            <a:prstDash val="solid"/>
          </a:ln>
        </p:spPr>
      </p:sp>
      <p:sp>
        <p:nvSpPr>
          <p:cNvPr id="23" name="waveform bar 14"/>
          <p:cNvSpPr/>
          <p:nvPr/>
        </p:nvSpPr>
        <p:spPr>
          <a:xfrm>
            <a:off x="9482328" y="2437790"/>
            <a:ext cx="86868" cy="793699"/>
          </a:xfrm>
          <a:prstGeom prst="roundRect">
            <a:avLst>
              <a:gd name="adj" fmla="val 21053"/>
            </a:avLst>
          </a:prstGeom>
          <a:solidFill>
            <a:schemeClr val="accent1"/>
          </a:solidFill>
          <a:ln w="6350">
            <a:solidFill>
              <a:schemeClr val="accent1"/>
            </a:solidFill>
            <a:prstDash val="solid"/>
          </a:ln>
        </p:spPr>
      </p:sp>
      <p:sp>
        <p:nvSpPr>
          <p:cNvPr id="24" name="waveform bar 15"/>
          <p:cNvSpPr/>
          <p:nvPr/>
        </p:nvSpPr>
        <p:spPr>
          <a:xfrm>
            <a:off x="9619488" y="2522830"/>
            <a:ext cx="86868" cy="623621"/>
          </a:xfrm>
          <a:prstGeom prst="roundRect">
            <a:avLst>
              <a:gd name="adj" fmla="val 21053"/>
            </a:avLst>
          </a:prstGeom>
          <a:solidFill>
            <a:schemeClr val="accent1"/>
          </a:solidFill>
          <a:ln w="6350">
            <a:solidFill>
              <a:schemeClr val="accent1"/>
            </a:solidFill>
            <a:prstDash val="solid"/>
          </a:ln>
        </p:spPr>
      </p:sp>
      <p:sp>
        <p:nvSpPr>
          <p:cNvPr id="25" name="waveform bar 16"/>
          <p:cNvSpPr/>
          <p:nvPr/>
        </p:nvSpPr>
        <p:spPr>
          <a:xfrm>
            <a:off x="9756648" y="2664562"/>
            <a:ext cx="86868" cy="340157"/>
          </a:xfrm>
          <a:prstGeom prst="roundRect">
            <a:avLst>
              <a:gd name="adj" fmla="val 21053"/>
            </a:avLst>
          </a:prstGeom>
          <a:solidFill>
            <a:schemeClr val="accent1"/>
          </a:solidFill>
          <a:ln w="6350">
            <a:solidFill>
              <a:schemeClr val="accent1"/>
            </a:solidFill>
            <a:prstDash val="solid"/>
          </a:ln>
        </p:spPr>
      </p:sp>
      <p:sp>
        <p:nvSpPr>
          <p:cNvPr id="26" name="waveform bar 17"/>
          <p:cNvSpPr/>
          <p:nvPr/>
        </p:nvSpPr>
        <p:spPr>
          <a:xfrm>
            <a:off x="9893808" y="2409444"/>
            <a:ext cx="86868" cy="850392"/>
          </a:xfrm>
          <a:prstGeom prst="roundRect">
            <a:avLst>
              <a:gd name="adj" fmla="val 21053"/>
            </a:avLst>
          </a:prstGeom>
          <a:solidFill>
            <a:schemeClr val="accent1"/>
          </a:solidFill>
          <a:ln w="6350">
            <a:solidFill>
              <a:schemeClr val="accent1"/>
            </a:solidFill>
            <a:prstDash val="solid"/>
          </a:ln>
        </p:spPr>
      </p:sp>
      <p:sp>
        <p:nvSpPr>
          <p:cNvPr id="27" name="waveform bar 18"/>
          <p:cNvSpPr/>
          <p:nvPr/>
        </p:nvSpPr>
        <p:spPr>
          <a:xfrm>
            <a:off x="10030968" y="2593696"/>
            <a:ext cx="86868" cy="481889"/>
          </a:xfrm>
          <a:prstGeom prst="roundRect">
            <a:avLst>
              <a:gd name="adj" fmla="val 21053"/>
            </a:avLst>
          </a:prstGeom>
          <a:solidFill>
            <a:schemeClr val="accent1"/>
          </a:solidFill>
          <a:ln w="6350">
            <a:solidFill>
              <a:schemeClr val="accent1"/>
            </a:solidFill>
            <a:prstDash val="solid"/>
          </a:ln>
        </p:spPr>
      </p:sp>
      <p:sp>
        <p:nvSpPr>
          <p:cNvPr id="28" name="waveform bar 19"/>
          <p:cNvSpPr/>
          <p:nvPr/>
        </p:nvSpPr>
        <p:spPr>
          <a:xfrm>
            <a:off x="10168128" y="2749601"/>
            <a:ext cx="86868" cy="170078"/>
          </a:xfrm>
          <a:prstGeom prst="roundRect">
            <a:avLst>
              <a:gd name="adj" fmla="val 21053"/>
            </a:avLst>
          </a:prstGeom>
          <a:solidFill>
            <a:schemeClr val="accent1"/>
          </a:solidFill>
          <a:ln w="6350">
            <a:solidFill>
              <a:schemeClr val="accent1"/>
            </a:solidFill>
            <a:prstDash val="solid"/>
          </a:ln>
        </p:spPr>
      </p:sp>
      <p:sp>
        <p:nvSpPr>
          <p:cNvPr id="29" name="waveform bar 20"/>
          <p:cNvSpPr/>
          <p:nvPr/>
        </p:nvSpPr>
        <p:spPr>
          <a:xfrm>
            <a:off x="10305288" y="2480310"/>
            <a:ext cx="86868" cy="708660"/>
          </a:xfrm>
          <a:prstGeom prst="roundRect">
            <a:avLst>
              <a:gd name="adj" fmla="val 21053"/>
            </a:avLst>
          </a:prstGeom>
          <a:solidFill>
            <a:schemeClr val="accent1"/>
          </a:solidFill>
          <a:ln w="6350">
            <a:solidFill>
              <a:schemeClr val="accent1"/>
            </a:solidFill>
            <a:prstDash val="solid"/>
          </a:ln>
        </p:spPr>
      </p:sp>
      <p:sp>
        <p:nvSpPr>
          <p:cNvPr id="30" name="waveform bar 21"/>
          <p:cNvSpPr/>
          <p:nvPr/>
        </p:nvSpPr>
        <p:spPr>
          <a:xfrm>
            <a:off x="10442448" y="2381098"/>
            <a:ext cx="86868" cy="907085"/>
          </a:xfrm>
          <a:prstGeom prst="roundRect">
            <a:avLst>
              <a:gd name="adj" fmla="val 21053"/>
            </a:avLst>
          </a:prstGeom>
          <a:solidFill>
            <a:schemeClr val="accent1"/>
          </a:solidFill>
          <a:ln w="6350">
            <a:solidFill>
              <a:schemeClr val="accent1"/>
            </a:solidFill>
            <a:prstDash val="solid"/>
          </a:ln>
        </p:spPr>
      </p:sp>
      <p:sp>
        <p:nvSpPr>
          <p:cNvPr id="31" name="waveform bar 22"/>
          <p:cNvSpPr/>
          <p:nvPr/>
        </p:nvSpPr>
        <p:spPr>
          <a:xfrm>
            <a:off x="10579608" y="2579522"/>
            <a:ext cx="86868" cy="510235"/>
          </a:xfrm>
          <a:prstGeom prst="roundRect">
            <a:avLst>
              <a:gd name="adj" fmla="val 21053"/>
            </a:avLst>
          </a:prstGeom>
          <a:solidFill>
            <a:schemeClr val="accent1"/>
          </a:solidFill>
          <a:ln w="6350">
            <a:solidFill>
              <a:schemeClr val="accent1"/>
            </a:solidFill>
            <a:prstDash val="solid"/>
          </a:ln>
        </p:spPr>
      </p:sp>
      <p:sp>
        <p:nvSpPr>
          <p:cNvPr id="32" name="waveform bar 23"/>
          <p:cNvSpPr/>
          <p:nvPr/>
        </p:nvSpPr>
        <p:spPr>
          <a:xfrm>
            <a:off x="10716768" y="2692908"/>
            <a:ext cx="86868" cy="283464"/>
          </a:xfrm>
          <a:prstGeom prst="roundRect">
            <a:avLst>
              <a:gd name="adj" fmla="val 21053"/>
            </a:avLst>
          </a:prstGeom>
          <a:solidFill>
            <a:schemeClr val="accent1"/>
          </a:solidFill>
          <a:ln w="6350">
            <a:solidFill>
              <a:schemeClr val="accent1"/>
            </a:solidFill>
            <a:prstDash val="solid"/>
          </a:ln>
        </p:spPr>
      </p:sp>
      <p:sp>
        <p:nvSpPr>
          <p:cNvPr id="33" name="waveform bar 24"/>
          <p:cNvSpPr/>
          <p:nvPr/>
        </p:nvSpPr>
        <p:spPr>
          <a:xfrm>
            <a:off x="10853928" y="2508656"/>
            <a:ext cx="86868" cy="651967"/>
          </a:xfrm>
          <a:prstGeom prst="roundRect">
            <a:avLst>
              <a:gd name="adj" fmla="val 21053"/>
            </a:avLst>
          </a:prstGeom>
          <a:solidFill>
            <a:schemeClr val="accent1"/>
          </a:solidFill>
          <a:ln w="6350">
            <a:solidFill>
              <a:schemeClr val="accent1"/>
            </a:solidFill>
            <a:prstDash val="solid"/>
          </a:ln>
        </p:spPr>
      </p:sp>
      <p:sp>
        <p:nvSpPr>
          <p:cNvPr id="34" name="waveform bar 25"/>
          <p:cNvSpPr/>
          <p:nvPr/>
        </p:nvSpPr>
        <p:spPr>
          <a:xfrm>
            <a:off x="10991088" y="2636215"/>
            <a:ext cx="86868" cy="396850"/>
          </a:xfrm>
          <a:prstGeom prst="roundRect">
            <a:avLst>
              <a:gd name="adj" fmla="val 21053"/>
            </a:avLst>
          </a:prstGeom>
          <a:solidFill>
            <a:schemeClr val="accent1"/>
          </a:solidFill>
          <a:ln w="6350">
            <a:solidFill>
              <a:schemeClr val="accent1"/>
            </a:solidFill>
            <a:prstDash val="solid"/>
          </a:ln>
        </p:spPr>
      </p:sp>
      <p:sp>
        <p:nvSpPr>
          <p:cNvPr id="35" name="waveform bar 26"/>
          <p:cNvSpPr/>
          <p:nvPr/>
        </p:nvSpPr>
        <p:spPr>
          <a:xfrm>
            <a:off x="11128248" y="2735428"/>
            <a:ext cx="86868" cy="198425"/>
          </a:xfrm>
          <a:prstGeom prst="roundRect">
            <a:avLst>
              <a:gd name="adj" fmla="val 21053"/>
            </a:avLst>
          </a:prstGeom>
          <a:solidFill>
            <a:schemeClr val="accent1"/>
          </a:solidFill>
          <a:ln w="6350">
            <a:solidFill>
              <a:schemeClr val="accent1"/>
            </a:solidFill>
            <a:prstDash val="solid"/>
          </a:ln>
        </p:spPr>
      </p:sp>
      <p:sp>
        <p:nvSpPr>
          <p:cNvPr id="36" name="audio caption"/>
          <p:cNvSpPr txBox="1"/>
          <p:nvPr/>
        </p:nvSpPr>
        <p:spPr>
          <a:xfrm>
            <a:off x="7699248" y="3794760"/>
            <a:ext cx="3383280" cy="822960"/>
          </a:xfrm>
          <a:prstGeom prst="rect">
            <a:avLst/>
          </a:prstGeom>
          <a:noFill/>
          <a:ln/>
        </p:spPr>
        <p:txBody>
          <a:bodyPr wrap="square" lIns="0" tIns="0" rIns="0" bIns="0" rtlCol="0" anchor="t"/>
          <a:lstStyle/>
          <a:p>
            <a:pPr indent="0" marL="0">
              <a:buNone/>
            </a:pPr>
            <a:r>
              <a:rPr lang="en-US" sz="1700" b="1" dirty="0">
                <a:solidFill>
                  <a:schemeClr val="bg1"/>
                </a:solidFill>
              </a:rPr>
              <a:t>level_music.mp3</a:t>
            </a:r>
            <a:endParaRPr lang="en-US" sz="1700" dirty="0"/>
          </a:p>
          <a:p>
            <a:pPr indent="0" marL="0">
              <a:buNone/>
            </a:pPr>
            <a:r>
              <a:rPr lang="en-US" sz="1300" dirty="0">
                <a:solidFill>
                  <a:schemeClr val="accent5"/>
                </a:solidFill>
              </a:rPr>
              <a:t>One file. The same every time you press play.</a:t>
            </a:r>
            <a:endParaRPr lang="en-US" sz="1700" dirty="0"/>
          </a:p>
        </p:txBody>
      </p:sp>
      <p:sp>
        <p:nvSpPr>
          <p:cNvPr id="37" name="hook"/>
          <p:cNvSpPr txBox="1"/>
          <p:nvPr/>
        </p:nvSpPr>
        <p:spPr>
          <a:xfrm>
            <a:off x="777240" y="5120640"/>
            <a:ext cx="10637215" cy="457200"/>
          </a:xfrm>
          <a:prstGeom prst="rect">
            <a:avLst/>
          </a:prstGeom>
          <a:noFill/>
          <a:ln/>
        </p:spPr>
        <p:txBody>
          <a:bodyPr wrap="square" lIns="0" tIns="0" rIns="0" bIns="0" rtlCol="0" anchor="ctr"/>
          <a:lstStyle/>
          <a:p>
            <a:pPr indent="0" marL="0">
              <a:buNone/>
            </a:pPr>
            <a:r>
              <a:rPr lang="en-US" sz="2100" b="1" i="1" dirty="0">
                <a:solidFill>
                  <a:schemeClr val="accent4"/>
                </a:solidFill>
              </a:rPr>
              <a:t>What if the game wrote the music while you were playing?</a:t>
            </a:r>
            <a:endParaRPr lang="en-US" sz="2100" dirty="0"/>
          </a:p>
        </p:txBody>
      </p:sp>
      <p:sp>
        <p:nvSpPr>
          <p:cNvPr id="25" name="Slide Number Placeholder 0"/>
          <p:cNvSpPr>
            <a:spLocks noGrp="1"/>
          </p:cNvSpPr>
          <p:nvPr>
            <p:ph type="sldNum" sz="quarter" idx="4294967295"/>
          </p:nvPr>
        </p:nvSpPr>
        <p:spPr>
          <a:xfrm>
            <a:off x="10972800" y="6291072"/>
            <a:ext cx="43891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777240" y="438912"/>
            <a:ext cx="10637215" cy="786384"/>
          </a:xfrm>
          <a:prstGeom prst="rect">
            <a:avLst/>
          </a:prstGeom>
          <a:noFill/>
          <a:ln/>
        </p:spPr>
        <p:txBody>
          <a:bodyPr wrap="square" lIns="0" tIns="0" rIns="0" bIns="0" rtlCol="0" anchor="ctr"/>
          <a:lstStyle/>
          <a:p>
            <a:pPr algn="l" indent="0" marL="0">
              <a:buNone/>
            </a:pPr>
            <a:r>
              <a:rPr lang="en-US" sz="3400" b="1" dirty="0">
                <a:solidFill>
                  <a:schemeClr val="tx1"/>
                </a:solidFill>
              </a:rPr>
              <a:t>What I built</a:t>
            </a:r>
            <a:endParaRPr lang="en-US" sz="3400" dirty="0"/>
          </a:p>
        </p:txBody>
      </p:sp>
      <p:sp>
        <p:nvSpPr>
          <p:cNvPr id="3" name="lede"/>
          <p:cNvSpPr txBox="1"/>
          <p:nvPr/>
        </p:nvSpPr>
        <p:spPr>
          <a:xfrm>
            <a:off x="777240" y="1298448"/>
            <a:ext cx="10637215" cy="365760"/>
          </a:xfrm>
          <a:prstGeom prst="rect">
            <a:avLst/>
          </a:prstGeom>
          <a:noFill/>
          <a:ln/>
        </p:spPr>
        <p:txBody>
          <a:bodyPr wrap="square" lIns="0" tIns="0" rIns="0" bIns="0" rtlCol="0" anchor="ctr"/>
          <a:lstStyle/>
          <a:p>
            <a:pPr indent="0" marL="0">
              <a:buNone/>
            </a:pPr>
            <a:r>
              <a:rPr lang="en-US" sz="1700" dirty="0">
                <a:solidFill>
                  <a:schemeClr val="accent3"/>
                </a:solidFill>
              </a:rPr>
              <a:t>A small Java program that writes the music for five game levels.</a:t>
            </a:r>
            <a:endParaRPr lang="en-US" sz="1700" dirty="0"/>
          </a:p>
        </p:txBody>
      </p:sp>
      <p:sp>
        <p:nvSpPr>
          <p:cNvPr id="4" name="flow card 1"/>
          <p:cNvSpPr/>
          <p:nvPr/>
        </p:nvSpPr>
        <p:spPr>
          <a:xfrm>
            <a:off x="777240" y="1920240"/>
            <a:ext cx="3017520" cy="1874520"/>
          </a:xfrm>
          <a:prstGeom prst="roundRect">
            <a:avLst>
              <a:gd name="adj" fmla="val 3902"/>
            </a:avLst>
          </a:prstGeom>
          <a:solidFill>
            <a:schemeClr val="bg2"/>
          </a:solidFill>
          <a:ln w="9525">
            <a:solidFill>
              <a:schemeClr val="bg2"/>
            </a:solidFill>
            <a:prstDash val="solid"/>
          </a:ln>
          <a:effectLst>
            <a:outerShdw sx="100000" sy="100000" kx="0" ky="0" algn="bl" rotWithShape="0" blurRad="127000" dist="25400" dir="5400000">
              <a:srgbClr val="11182B">
                <a:alpha val="10000"/>
              </a:srgbClr>
            </a:outerShdw>
          </a:effectLst>
        </p:spPr>
      </p:sp>
      <p:sp>
        <p:nvSpPr>
          <p:cNvPr id="5" name="flow marker 1"/>
          <p:cNvSpPr/>
          <p:nvPr/>
        </p:nvSpPr>
        <p:spPr>
          <a:xfrm>
            <a:off x="1051560" y="2148840"/>
            <a:ext cx="155448" cy="155448"/>
          </a:xfrm>
          <a:prstGeom prst="roundRect">
            <a:avLst>
              <a:gd name="adj" fmla="val 17647"/>
            </a:avLst>
          </a:prstGeom>
          <a:solidFill>
            <a:schemeClr val="accent1"/>
          </a:solidFill>
          <a:ln w="6350">
            <a:solidFill>
              <a:schemeClr val="accent1"/>
            </a:solidFill>
            <a:prstDash val="solid"/>
          </a:ln>
        </p:spPr>
      </p:sp>
      <p:sp>
        <p:nvSpPr>
          <p:cNvPr id="6" name="flow text 1"/>
          <p:cNvSpPr txBox="1"/>
          <p:nvPr/>
        </p:nvSpPr>
        <p:spPr>
          <a:xfrm>
            <a:off x="1051560" y="2487168"/>
            <a:ext cx="2468880" cy="1097280"/>
          </a:xfrm>
          <a:prstGeom prst="rect">
            <a:avLst/>
          </a:prstGeom>
          <a:noFill/>
          <a:ln/>
        </p:spPr>
        <p:txBody>
          <a:bodyPr wrap="square" lIns="0" tIns="0" rIns="0" bIns="0" rtlCol="0" anchor="t"/>
          <a:lstStyle/>
          <a:p>
            <a:pPr indent="0" marL="0">
              <a:lnSpc>
                <a:spcPct val="110000"/>
              </a:lnSpc>
              <a:buNone/>
            </a:pPr>
            <a:r>
              <a:rPr lang="en-US" sz="1100" b="1" spc="150" kern="0" dirty="0">
                <a:solidFill>
                  <a:schemeClr val="accent3"/>
                </a:solidFill>
              </a:rPr>
              <a:t>GOES IN</a:t>
            </a:r>
            <a:endParaRPr lang="en-US" sz="1100" dirty="0"/>
          </a:p>
          <a:p>
            <a:pPr indent="0" marL="0">
              <a:lnSpc>
                <a:spcPct val="110000"/>
              </a:lnSpc>
              <a:buNone/>
            </a:pPr>
            <a:r>
              <a:rPr lang="en-US" sz="2000" b="1" dirty="0">
                <a:solidFill>
                  <a:schemeClr val="tx1"/>
                </a:solidFill>
              </a:rPr>
              <a:t>A level number</a:t>
            </a:r>
            <a:endParaRPr lang="en-US" sz="1100" dirty="0"/>
          </a:p>
          <a:p>
            <a:pPr indent="0" marL="0">
              <a:lnSpc>
                <a:spcPct val="110000"/>
              </a:lnSpc>
              <a:buNone/>
            </a:pPr>
            <a:r>
              <a:rPr lang="en-US" sz="1300" dirty="0">
                <a:solidFill>
                  <a:schemeClr val="accent3"/>
                </a:solidFill>
              </a:rPr>
              <a:t>1 to 5, nothing else</a:t>
            </a:r>
            <a:endParaRPr lang="en-US" sz="1100" dirty="0"/>
          </a:p>
        </p:txBody>
      </p:sp>
      <p:sp>
        <p:nvSpPr>
          <p:cNvPr id="7" name="flow card 2"/>
          <p:cNvSpPr/>
          <p:nvPr/>
        </p:nvSpPr>
        <p:spPr>
          <a:xfrm>
            <a:off x="4480560" y="1920240"/>
            <a:ext cx="3200400" cy="1874520"/>
          </a:xfrm>
          <a:prstGeom prst="roundRect">
            <a:avLst>
              <a:gd name="adj" fmla="val 3902"/>
            </a:avLst>
          </a:prstGeom>
          <a:solidFill>
            <a:schemeClr val="bg2"/>
          </a:solidFill>
          <a:ln w="9525">
            <a:solidFill>
              <a:schemeClr val="bg2"/>
            </a:solidFill>
            <a:prstDash val="solid"/>
          </a:ln>
          <a:effectLst>
            <a:outerShdw sx="100000" sy="100000" kx="0" ky="0" algn="bl" rotWithShape="0" blurRad="127000" dist="25400" dir="5400000">
              <a:srgbClr val="11182B">
                <a:alpha val="10000"/>
              </a:srgbClr>
            </a:outerShdw>
          </a:effectLst>
        </p:spPr>
      </p:sp>
      <p:sp>
        <p:nvSpPr>
          <p:cNvPr id="8" name="flow marker 2"/>
          <p:cNvSpPr/>
          <p:nvPr/>
        </p:nvSpPr>
        <p:spPr>
          <a:xfrm>
            <a:off x="4754880" y="2148840"/>
            <a:ext cx="155448" cy="155448"/>
          </a:xfrm>
          <a:prstGeom prst="roundRect">
            <a:avLst>
              <a:gd name="adj" fmla="val 17647"/>
            </a:avLst>
          </a:prstGeom>
          <a:solidFill>
            <a:schemeClr val="accent2"/>
          </a:solidFill>
          <a:ln w="6350">
            <a:solidFill>
              <a:schemeClr val="accent2"/>
            </a:solidFill>
            <a:prstDash val="solid"/>
          </a:ln>
        </p:spPr>
      </p:sp>
      <p:sp>
        <p:nvSpPr>
          <p:cNvPr id="9" name="flow text 2"/>
          <p:cNvSpPr txBox="1"/>
          <p:nvPr/>
        </p:nvSpPr>
        <p:spPr>
          <a:xfrm>
            <a:off x="4754880" y="2487168"/>
            <a:ext cx="2651760" cy="1097280"/>
          </a:xfrm>
          <a:prstGeom prst="rect">
            <a:avLst/>
          </a:prstGeom>
          <a:noFill/>
          <a:ln/>
        </p:spPr>
        <p:txBody>
          <a:bodyPr wrap="square" lIns="0" tIns="0" rIns="0" bIns="0" rtlCol="0" anchor="t"/>
          <a:lstStyle/>
          <a:p>
            <a:pPr indent="0" marL="0">
              <a:lnSpc>
                <a:spcPct val="110000"/>
              </a:lnSpc>
              <a:buNone/>
            </a:pPr>
            <a:r>
              <a:rPr lang="en-US" sz="1100" b="1" spc="150" kern="0" dirty="0">
                <a:solidFill>
                  <a:schemeClr val="accent3"/>
                </a:solidFill>
              </a:rPr>
              <a:t>DOES THE WORK</a:t>
            </a:r>
            <a:endParaRPr lang="en-US" sz="1100" dirty="0"/>
          </a:p>
          <a:p>
            <a:pPr indent="0" marL="0">
              <a:lnSpc>
                <a:spcPct val="110000"/>
              </a:lnSpc>
              <a:buNone/>
            </a:pPr>
            <a:r>
              <a:rPr lang="en-US" sz="2000" b="1" dirty="0">
                <a:solidFill>
                  <a:schemeClr val="tx1"/>
                </a:solidFill>
              </a:rPr>
              <a:t>One Java program</a:t>
            </a:r>
            <a:endParaRPr lang="en-US" sz="1100" dirty="0"/>
          </a:p>
          <a:p>
            <a:pPr indent="0" marL="0">
              <a:lnSpc>
                <a:spcPct val="110000"/>
              </a:lnSpc>
              <a:buNone/>
            </a:pPr>
            <a:r>
              <a:rPr lang="en-US" sz="1300" dirty="0">
                <a:solidFill>
                  <a:schemeClr val="accent3"/>
                </a:solidFill>
              </a:rPr>
              <a:t>MusicGenerator.java</a:t>
            </a:r>
            <a:endParaRPr lang="en-US" sz="1100" dirty="0"/>
          </a:p>
        </p:txBody>
      </p:sp>
      <p:sp>
        <p:nvSpPr>
          <p:cNvPr id="10" name="flow card 3"/>
          <p:cNvSpPr/>
          <p:nvPr/>
        </p:nvSpPr>
        <p:spPr>
          <a:xfrm>
            <a:off x="8366760" y="1920240"/>
            <a:ext cx="3017520" cy="1874520"/>
          </a:xfrm>
          <a:prstGeom prst="roundRect">
            <a:avLst>
              <a:gd name="adj" fmla="val 3902"/>
            </a:avLst>
          </a:prstGeom>
          <a:solidFill>
            <a:schemeClr val="bg2"/>
          </a:solidFill>
          <a:ln w="9525">
            <a:solidFill>
              <a:schemeClr val="bg2"/>
            </a:solidFill>
            <a:prstDash val="solid"/>
          </a:ln>
          <a:effectLst>
            <a:outerShdw sx="100000" sy="100000" kx="0" ky="0" algn="bl" rotWithShape="0" blurRad="127000" dist="25400" dir="5400000">
              <a:srgbClr val="11182B">
                <a:alpha val="10000"/>
              </a:srgbClr>
            </a:outerShdw>
          </a:effectLst>
        </p:spPr>
      </p:sp>
      <p:sp>
        <p:nvSpPr>
          <p:cNvPr id="11" name="flow marker 3"/>
          <p:cNvSpPr/>
          <p:nvPr/>
        </p:nvSpPr>
        <p:spPr>
          <a:xfrm>
            <a:off x="8641080" y="2148840"/>
            <a:ext cx="155448" cy="155448"/>
          </a:xfrm>
          <a:prstGeom prst="roundRect">
            <a:avLst>
              <a:gd name="adj" fmla="val 17647"/>
            </a:avLst>
          </a:prstGeom>
          <a:solidFill>
            <a:schemeClr val="accent1"/>
          </a:solidFill>
          <a:ln w="6350">
            <a:solidFill>
              <a:schemeClr val="accent1"/>
            </a:solidFill>
            <a:prstDash val="solid"/>
          </a:ln>
        </p:spPr>
      </p:sp>
      <p:sp>
        <p:nvSpPr>
          <p:cNvPr id="12" name="flow text 3"/>
          <p:cNvSpPr txBox="1"/>
          <p:nvPr/>
        </p:nvSpPr>
        <p:spPr>
          <a:xfrm>
            <a:off x="8641080" y="2487168"/>
            <a:ext cx="2468880" cy="1097280"/>
          </a:xfrm>
          <a:prstGeom prst="rect">
            <a:avLst/>
          </a:prstGeom>
          <a:noFill/>
          <a:ln/>
        </p:spPr>
        <p:txBody>
          <a:bodyPr wrap="square" lIns="0" tIns="0" rIns="0" bIns="0" rtlCol="0" anchor="t"/>
          <a:lstStyle/>
          <a:p>
            <a:pPr indent="0" marL="0">
              <a:lnSpc>
                <a:spcPct val="110000"/>
              </a:lnSpc>
              <a:buNone/>
            </a:pPr>
            <a:r>
              <a:rPr lang="en-US" sz="1100" b="1" spc="150" kern="0" dirty="0">
                <a:solidFill>
                  <a:schemeClr val="accent3"/>
                </a:solidFill>
              </a:rPr>
              <a:t>COMES OUT</a:t>
            </a:r>
            <a:endParaRPr lang="en-US" sz="1100" dirty="0"/>
          </a:p>
          <a:p>
            <a:pPr indent="0" marL="0">
              <a:lnSpc>
                <a:spcPct val="110000"/>
              </a:lnSpc>
              <a:buNone/>
            </a:pPr>
            <a:r>
              <a:rPr lang="en-US" sz="2000" b="1" dirty="0">
                <a:solidFill>
                  <a:schemeClr val="tx1"/>
                </a:solidFill>
              </a:rPr>
              <a:t>Five pieces of music</a:t>
            </a:r>
            <a:endParaRPr lang="en-US" sz="1100" dirty="0"/>
          </a:p>
          <a:p>
            <a:pPr indent="0" marL="0">
              <a:lnSpc>
                <a:spcPct val="110000"/>
              </a:lnSpc>
              <a:buNone/>
            </a:pPr>
            <a:r>
              <a:rPr lang="en-US" sz="1300" dirty="0">
                <a:solidFill>
                  <a:schemeClr val="accent3"/>
                </a:solidFill>
              </a:rPr>
              <a:t>one MIDI file per level</a:t>
            </a:r>
            <a:endParaRPr lang="en-US" sz="1100" dirty="0"/>
          </a:p>
        </p:txBody>
      </p:sp>
      <p:sp>
        <p:nvSpPr>
          <p:cNvPr id="13" name="arrow 1"/>
          <p:cNvSpPr/>
          <p:nvPr/>
        </p:nvSpPr>
        <p:spPr>
          <a:xfrm>
            <a:off x="3858768" y="2852928"/>
            <a:ext cx="548640" cy="0"/>
          </a:xfrm>
          <a:prstGeom prst="line">
            <a:avLst/>
          </a:prstGeom>
          <a:noFill/>
          <a:ln w="25400">
            <a:solidFill>
              <a:srgbClr val="6E7C94"/>
            </a:solidFill>
            <a:prstDash val="solid"/>
            <a:tailEnd type="triangle"/>
          </a:ln>
        </p:spPr>
      </p:sp>
      <p:sp>
        <p:nvSpPr>
          <p:cNvPr id="14" name="arrow 2"/>
          <p:cNvSpPr/>
          <p:nvPr/>
        </p:nvSpPr>
        <p:spPr>
          <a:xfrm>
            <a:off x="7744968" y="2852928"/>
            <a:ext cx="548640" cy="0"/>
          </a:xfrm>
          <a:prstGeom prst="line">
            <a:avLst/>
          </a:prstGeom>
          <a:noFill/>
          <a:ln w="25400">
            <a:solidFill>
              <a:srgbClr val="6E7C94"/>
            </a:solidFill>
            <a:prstDash val="solid"/>
            <a:tailEnd type="triangle"/>
          </a:ln>
        </p:spPr>
      </p:sp>
      <p:sp>
        <p:nvSpPr>
          <p:cNvPr id="15" name="fact marker 1"/>
          <p:cNvSpPr/>
          <p:nvPr/>
        </p:nvSpPr>
        <p:spPr>
          <a:xfrm>
            <a:off x="777240" y="4315968"/>
            <a:ext cx="155448" cy="155448"/>
          </a:xfrm>
          <a:prstGeom prst="roundRect">
            <a:avLst>
              <a:gd name="adj" fmla="val 17647"/>
            </a:avLst>
          </a:prstGeom>
          <a:solidFill>
            <a:schemeClr val="accent2"/>
          </a:solidFill>
          <a:ln w="6350">
            <a:solidFill>
              <a:schemeClr val="accent2"/>
            </a:solidFill>
            <a:prstDash val="solid"/>
          </a:ln>
        </p:spPr>
      </p:sp>
      <p:sp>
        <p:nvSpPr>
          <p:cNvPr id="16" name="fact 1"/>
          <p:cNvSpPr txBox="1"/>
          <p:nvPr/>
        </p:nvSpPr>
        <p:spPr>
          <a:xfrm>
            <a:off x="1097280" y="4251960"/>
            <a:ext cx="3108960" cy="822960"/>
          </a:xfrm>
          <a:prstGeom prst="rect">
            <a:avLst/>
          </a:prstGeom>
          <a:noFill/>
          <a:ln/>
        </p:spPr>
        <p:txBody>
          <a:bodyPr wrap="square" lIns="0" tIns="0" rIns="0" bIns="0" rtlCol="0" anchor="t"/>
          <a:lstStyle/>
          <a:p>
            <a:pPr indent="0" marL="0">
              <a:buNone/>
            </a:pPr>
            <a:r>
              <a:rPr lang="en-US" sz="1700" b="1" dirty="0">
                <a:solidFill>
                  <a:schemeClr val="tx1"/>
                </a:solidFill>
              </a:rPr>
              <a:t>One file</a:t>
            </a:r>
            <a:endParaRPr lang="en-US" sz="1700" dirty="0"/>
          </a:p>
          <a:p>
            <a:pPr indent="0" marL="0">
              <a:buNone/>
            </a:pPr>
            <a:r>
              <a:rPr lang="en-US" sz="1300" dirty="0">
                <a:solidFill>
                  <a:schemeClr val="accent3"/>
                </a:solidFill>
              </a:rPr>
              <a:t>all of it lives in MusicGenerator.java</a:t>
            </a:r>
            <a:endParaRPr lang="en-US" sz="1700" dirty="0"/>
          </a:p>
        </p:txBody>
      </p:sp>
      <p:sp>
        <p:nvSpPr>
          <p:cNvPr id="17" name="fact marker 2"/>
          <p:cNvSpPr/>
          <p:nvPr/>
        </p:nvSpPr>
        <p:spPr>
          <a:xfrm>
            <a:off x="4389120" y="4315968"/>
            <a:ext cx="155448" cy="155448"/>
          </a:xfrm>
          <a:prstGeom prst="roundRect">
            <a:avLst>
              <a:gd name="adj" fmla="val 17647"/>
            </a:avLst>
          </a:prstGeom>
          <a:solidFill>
            <a:schemeClr val="accent2"/>
          </a:solidFill>
          <a:ln w="6350">
            <a:solidFill>
              <a:schemeClr val="accent2"/>
            </a:solidFill>
            <a:prstDash val="solid"/>
          </a:ln>
        </p:spPr>
      </p:sp>
      <p:sp>
        <p:nvSpPr>
          <p:cNvPr id="18" name="fact 2"/>
          <p:cNvSpPr txBox="1"/>
          <p:nvPr/>
        </p:nvSpPr>
        <p:spPr>
          <a:xfrm>
            <a:off x="4709160" y="4251960"/>
            <a:ext cx="3108960" cy="822960"/>
          </a:xfrm>
          <a:prstGeom prst="rect">
            <a:avLst/>
          </a:prstGeom>
          <a:noFill/>
          <a:ln/>
        </p:spPr>
        <p:txBody>
          <a:bodyPr wrap="square" lIns="0" tIns="0" rIns="0" bIns="0" rtlCol="0" anchor="t"/>
          <a:lstStyle/>
          <a:p>
            <a:pPr indent="0" marL="0">
              <a:buNone/>
            </a:pPr>
            <a:r>
              <a:rPr lang="en-US" sz="1700" b="1" dirty="0">
                <a:solidFill>
                  <a:schemeClr val="tx1"/>
                </a:solidFill>
              </a:rPr>
              <a:t>No libraries</a:t>
            </a:r>
            <a:endParaRPr lang="en-US" sz="1700" dirty="0"/>
          </a:p>
          <a:p>
            <a:pPr indent="0" marL="0">
              <a:buNone/>
            </a:pPr>
            <a:r>
              <a:rPr lang="en-US" sz="1300" dirty="0">
                <a:solidFill>
                  <a:schemeClr val="accent3"/>
                </a:solidFill>
              </a:rPr>
              <a:t>nothing outside what Java already ships with</a:t>
            </a:r>
            <a:endParaRPr lang="en-US" sz="1700" dirty="0"/>
          </a:p>
        </p:txBody>
      </p:sp>
      <p:sp>
        <p:nvSpPr>
          <p:cNvPr id="19" name="fact marker 3"/>
          <p:cNvSpPr/>
          <p:nvPr/>
        </p:nvSpPr>
        <p:spPr>
          <a:xfrm>
            <a:off x="8001000" y="4315968"/>
            <a:ext cx="155448" cy="155448"/>
          </a:xfrm>
          <a:prstGeom prst="roundRect">
            <a:avLst>
              <a:gd name="adj" fmla="val 17647"/>
            </a:avLst>
          </a:prstGeom>
          <a:solidFill>
            <a:schemeClr val="accent2"/>
          </a:solidFill>
          <a:ln w="6350">
            <a:solidFill>
              <a:schemeClr val="accent2"/>
            </a:solidFill>
            <a:prstDash val="solid"/>
          </a:ln>
        </p:spPr>
      </p:sp>
      <p:sp>
        <p:nvSpPr>
          <p:cNvPr id="20" name="fact 3"/>
          <p:cNvSpPr txBox="1"/>
          <p:nvPr/>
        </p:nvSpPr>
        <p:spPr>
          <a:xfrm>
            <a:off x="8321040" y="4251960"/>
            <a:ext cx="3108960" cy="822960"/>
          </a:xfrm>
          <a:prstGeom prst="rect">
            <a:avLst/>
          </a:prstGeom>
          <a:noFill/>
          <a:ln/>
        </p:spPr>
        <p:txBody>
          <a:bodyPr wrap="square" lIns="0" tIns="0" rIns="0" bIns="0" rtlCol="0" anchor="t"/>
          <a:lstStyle/>
          <a:p>
            <a:pPr indent="0" marL="0">
              <a:buNone/>
            </a:pPr>
            <a:r>
              <a:rPr lang="en-US" sz="1700" b="1" dirty="0">
                <a:solidFill>
                  <a:schemeClr val="tx1"/>
                </a:solidFill>
              </a:rPr>
              <a:t>About 220 lines</a:t>
            </a:r>
            <a:endParaRPr lang="en-US" sz="1700" dirty="0"/>
          </a:p>
          <a:p>
            <a:pPr indent="0" marL="0">
              <a:buNone/>
            </a:pPr>
            <a:r>
              <a:rPr lang="en-US" sz="1300" dirty="0">
                <a:solidFill>
                  <a:schemeClr val="accent3"/>
                </a:solidFill>
              </a:rPr>
              <a:t>small enough to read in one sitting</a:t>
            </a:r>
            <a:endParaRPr lang="en-US" sz="1700" dirty="0"/>
          </a:p>
        </p:txBody>
      </p:sp>
      <p:sp>
        <p:nvSpPr>
          <p:cNvPr id="21" name="closing line"/>
          <p:cNvSpPr txBox="1"/>
          <p:nvPr/>
        </p:nvSpPr>
        <p:spPr>
          <a:xfrm>
            <a:off x="777240" y="5440680"/>
            <a:ext cx="10637215" cy="411480"/>
          </a:xfrm>
          <a:prstGeom prst="rect">
            <a:avLst/>
          </a:prstGeom>
          <a:noFill/>
          <a:ln/>
        </p:spPr>
        <p:txBody>
          <a:bodyPr wrap="square" lIns="0" tIns="0" rIns="0" bIns="0" rtlCol="0" anchor="ctr"/>
          <a:lstStyle/>
          <a:p>
            <a:pPr indent="0" marL="0">
              <a:buNone/>
            </a:pPr>
            <a:r>
              <a:rPr lang="en-US" sz="1900" b="1" i="1" dirty="0">
                <a:solidFill>
                  <a:schemeClr val="accent4"/>
                </a:solidFill>
              </a:rPr>
              <a:t>Difficulty is the only thing the game has to tell it.</a:t>
            </a:r>
            <a:endParaRPr lang="en-US" sz="1900" dirty="0"/>
          </a:p>
        </p:txBody>
      </p:sp>
      <p:sp>
        <p:nvSpPr>
          <p:cNvPr id="25" name="Slide Number Placeholder 0"/>
          <p:cNvSpPr>
            <a:spLocks noGrp="1"/>
          </p:cNvSpPr>
          <p:nvPr>
            <p:ph type="sldNum" sz="quarter" idx="4294967295"/>
          </p:nvPr>
        </p:nvSpPr>
        <p:spPr>
          <a:xfrm>
            <a:off x="10972800" y="6291072"/>
            <a:ext cx="43891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777240" y="438912"/>
            <a:ext cx="10637215" cy="786384"/>
          </a:xfrm>
          <a:prstGeom prst="rect">
            <a:avLst/>
          </a:prstGeom>
          <a:noFill/>
          <a:ln/>
        </p:spPr>
        <p:txBody>
          <a:bodyPr wrap="square" lIns="0" tIns="0" rIns="0" bIns="0" rtlCol="0" anchor="ctr"/>
          <a:lstStyle/>
          <a:p>
            <a:pPr algn="l" indent="0" marL="0">
              <a:buNone/>
            </a:pPr>
            <a:r>
              <a:rPr lang="en-US" sz="3400" b="1" dirty="0">
                <a:solidFill>
                  <a:schemeClr val="tx1"/>
                </a:solidFill>
              </a:rPr>
              <a:t>A note is just a number</a:t>
            </a:r>
            <a:endParaRPr lang="en-US" sz="3400" dirty="0"/>
          </a:p>
        </p:txBody>
      </p:sp>
      <p:sp>
        <p:nvSpPr>
          <p:cNvPr id="3" name="lede"/>
          <p:cNvSpPr txBox="1"/>
          <p:nvPr/>
        </p:nvSpPr>
        <p:spPr>
          <a:xfrm>
            <a:off x="777240" y="1280160"/>
            <a:ext cx="10637215" cy="365760"/>
          </a:xfrm>
          <a:prstGeom prst="rect">
            <a:avLst/>
          </a:prstGeom>
          <a:noFill/>
          <a:ln/>
        </p:spPr>
        <p:txBody>
          <a:bodyPr wrap="square" lIns="0" tIns="0" rIns="0" bIns="0" rtlCol="0" anchor="ctr"/>
          <a:lstStyle/>
          <a:p>
            <a:pPr indent="0" marL="0">
              <a:buNone/>
            </a:pPr>
            <a:r>
              <a:rPr lang="en-US" sz="1700" dirty="0">
                <a:solidFill>
                  <a:schemeClr val="accent3"/>
                </a:solidFill>
              </a:rPr>
              <a:t>The program never deals with music. It deals with two numbers, 60 and 72.</a:t>
            </a:r>
            <a:endParaRPr lang="en-US" sz="1700" dirty="0"/>
          </a:p>
        </p:txBody>
      </p:sp>
      <p:pic>
        <p:nvPicPr>
          <p:cNvPr id="4" name="piano keyboard" descr="/Users/samar/Desktop/Projects/PCG/Music Generator/output/notes_explained.png">    </p:cNvPr>
          <p:cNvPicPr>
            <a:picLocks noChangeAspect="1"/>
          </p:cNvPicPr>
          <p:nvPr/>
        </p:nvPicPr>
        <p:blipFill>
          <a:blip r:embed="rId1"/>
          <a:stretch>
            <a:fillRect/>
          </a:stretch>
        </p:blipFill>
        <p:spPr>
          <a:xfrm>
            <a:off x="1386688" y="1783080"/>
            <a:ext cx="9418320" cy="4057122"/>
          </a:xfrm>
          <a:prstGeom prst="rect">
            <a:avLst/>
          </a:prstGeom>
        </p:spPr>
      </p:pic>
      <p:sp>
        <p:nvSpPr>
          <p:cNvPr id="25" name="Slide Number Placeholder 0"/>
          <p:cNvSpPr>
            <a:spLocks noGrp="1"/>
          </p:cNvSpPr>
          <p:nvPr>
            <p:ph type="sldNum" sz="quarter" idx="4294967295"/>
          </p:nvPr>
        </p:nvSpPr>
        <p:spPr>
          <a:xfrm>
            <a:off x="10972800" y="6291072"/>
            <a:ext cx="43891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777240" y="438912"/>
            <a:ext cx="10637215" cy="786384"/>
          </a:xfrm>
          <a:prstGeom prst="rect">
            <a:avLst/>
          </a:prstGeom>
          <a:noFill/>
          <a:ln/>
        </p:spPr>
        <p:txBody>
          <a:bodyPr wrap="square" lIns="0" tIns="0" rIns="0" bIns="0" rtlCol="0" anchor="ctr"/>
          <a:lstStyle/>
          <a:p>
            <a:pPr algn="l" indent="0" marL="0">
              <a:buNone/>
            </a:pPr>
            <a:r>
              <a:rPr lang="en-US" sz="3400" b="1" dirty="0">
                <a:solidFill>
                  <a:schemeClr val="tx1"/>
                </a:solidFill>
              </a:rPr>
              <a:t>Three more words, then we are done</a:t>
            </a:r>
            <a:endParaRPr lang="en-US" sz="3400" dirty="0"/>
          </a:p>
        </p:txBody>
      </p:sp>
      <p:sp>
        <p:nvSpPr>
          <p:cNvPr id="3" name="definition card 1"/>
          <p:cNvSpPr/>
          <p:nvPr/>
        </p:nvSpPr>
        <p:spPr>
          <a:xfrm>
            <a:off x="777240" y="1783080"/>
            <a:ext cx="3291840" cy="2395728"/>
          </a:xfrm>
          <a:prstGeom prst="roundRect">
            <a:avLst>
              <a:gd name="adj" fmla="val 3053"/>
            </a:avLst>
          </a:prstGeom>
          <a:solidFill>
            <a:schemeClr val="bg2"/>
          </a:solidFill>
          <a:ln w="9525">
            <a:solidFill>
              <a:schemeClr val="bg2"/>
            </a:solidFill>
            <a:prstDash val="solid"/>
          </a:ln>
          <a:effectLst>
            <a:outerShdw sx="100000" sy="100000" kx="0" ky="0" algn="bl" rotWithShape="0" blurRad="127000" dist="25400" dir="5400000">
              <a:srgbClr val="11182B">
                <a:alpha val="10000"/>
              </a:srgbClr>
            </a:outerShdw>
          </a:effectLst>
        </p:spPr>
      </p:sp>
      <p:sp>
        <p:nvSpPr>
          <p:cNvPr id="4" name="definition marker 1"/>
          <p:cNvSpPr/>
          <p:nvPr/>
        </p:nvSpPr>
        <p:spPr>
          <a:xfrm>
            <a:off x="1097280" y="2103120"/>
            <a:ext cx="201168" cy="201168"/>
          </a:xfrm>
          <a:prstGeom prst="roundRect">
            <a:avLst>
              <a:gd name="adj" fmla="val 13636"/>
            </a:avLst>
          </a:prstGeom>
          <a:solidFill>
            <a:schemeClr val="accent1"/>
          </a:solidFill>
          <a:ln w="6350">
            <a:solidFill>
              <a:schemeClr val="accent1"/>
            </a:solidFill>
            <a:prstDash val="solid"/>
          </a:ln>
        </p:spPr>
      </p:sp>
      <p:sp>
        <p:nvSpPr>
          <p:cNvPr id="5" name="definition text 1"/>
          <p:cNvSpPr txBox="1"/>
          <p:nvPr/>
        </p:nvSpPr>
        <p:spPr>
          <a:xfrm>
            <a:off x="1097280" y="2514600"/>
            <a:ext cx="2651760" cy="1572768"/>
          </a:xfrm>
          <a:prstGeom prst="rect">
            <a:avLst/>
          </a:prstGeom>
          <a:noFill/>
          <a:ln/>
        </p:spPr>
        <p:txBody>
          <a:bodyPr wrap="square" lIns="0" tIns="0" rIns="0" bIns="0" rtlCol="0" anchor="t"/>
          <a:lstStyle/>
          <a:p>
            <a:pPr indent="0" marL="0">
              <a:lnSpc>
                <a:spcPct val="115000"/>
              </a:lnSpc>
              <a:buNone/>
            </a:pPr>
            <a:r>
              <a:rPr lang="en-US" sz="2200" b="1" dirty="0">
                <a:solidFill>
                  <a:schemeClr val="tx1"/>
                </a:solidFill>
              </a:rPr>
              <a:t>A beat</a:t>
            </a:r>
            <a:endParaRPr lang="en-US" sz="2200" dirty="0"/>
          </a:p>
          <a:p>
            <a:pPr indent="0" marL="0">
              <a:lnSpc>
                <a:spcPct val="115000"/>
              </a:lnSpc>
              <a:buNone/>
            </a:pPr>
            <a:r>
              <a:rPr lang="en-US" sz="1500" dirty="0">
                <a:solidFill>
                  <a:schemeClr val="accent3"/>
                </a:solidFill>
              </a:rPr>
              <a:t>The steady pulse you tap your foot to. This music plays one note on every single beat.</a:t>
            </a:r>
            <a:endParaRPr lang="en-US" sz="2200" dirty="0"/>
          </a:p>
        </p:txBody>
      </p:sp>
      <p:sp>
        <p:nvSpPr>
          <p:cNvPr id="6" name="definition card 2"/>
          <p:cNvSpPr/>
          <p:nvPr/>
        </p:nvSpPr>
        <p:spPr>
          <a:xfrm>
            <a:off x="4449928" y="1783080"/>
            <a:ext cx="3291840" cy="2395728"/>
          </a:xfrm>
          <a:prstGeom prst="roundRect">
            <a:avLst>
              <a:gd name="adj" fmla="val 3053"/>
            </a:avLst>
          </a:prstGeom>
          <a:solidFill>
            <a:schemeClr val="bg2"/>
          </a:solidFill>
          <a:ln w="9525">
            <a:solidFill>
              <a:schemeClr val="bg2"/>
            </a:solidFill>
            <a:prstDash val="solid"/>
          </a:ln>
          <a:effectLst>
            <a:outerShdw sx="100000" sy="100000" kx="0" ky="0" algn="bl" rotWithShape="0" blurRad="127000" dist="25400" dir="5400000">
              <a:srgbClr val="11182B">
                <a:alpha val="10000"/>
              </a:srgbClr>
            </a:outerShdw>
          </a:effectLst>
        </p:spPr>
      </p:sp>
      <p:sp>
        <p:nvSpPr>
          <p:cNvPr id="7" name="definition marker 2"/>
          <p:cNvSpPr/>
          <p:nvPr/>
        </p:nvSpPr>
        <p:spPr>
          <a:xfrm>
            <a:off x="4769968" y="2103120"/>
            <a:ext cx="201168" cy="201168"/>
          </a:xfrm>
          <a:prstGeom prst="roundRect">
            <a:avLst>
              <a:gd name="adj" fmla="val 13636"/>
            </a:avLst>
          </a:prstGeom>
          <a:solidFill>
            <a:schemeClr val="accent2"/>
          </a:solidFill>
          <a:ln w="6350">
            <a:solidFill>
              <a:schemeClr val="accent2"/>
            </a:solidFill>
            <a:prstDash val="solid"/>
          </a:ln>
        </p:spPr>
      </p:sp>
      <p:sp>
        <p:nvSpPr>
          <p:cNvPr id="8" name="definition text 2"/>
          <p:cNvSpPr txBox="1"/>
          <p:nvPr/>
        </p:nvSpPr>
        <p:spPr>
          <a:xfrm>
            <a:off x="4769968" y="2514600"/>
            <a:ext cx="2651760" cy="1572768"/>
          </a:xfrm>
          <a:prstGeom prst="rect">
            <a:avLst/>
          </a:prstGeom>
          <a:noFill/>
          <a:ln/>
        </p:spPr>
        <p:txBody>
          <a:bodyPr wrap="square" lIns="0" tIns="0" rIns="0" bIns="0" rtlCol="0" anchor="t"/>
          <a:lstStyle/>
          <a:p>
            <a:pPr indent="0" marL="0">
              <a:lnSpc>
                <a:spcPct val="115000"/>
              </a:lnSpc>
              <a:buNone/>
            </a:pPr>
            <a:r>
              <a:rPr lang="en-US" sz="2200" b="1" dirty="0">
                <a:solidFill>
                  <a:schemeClr val="tx1"/>
                </a:solidFill>
              </a:rPr>
              <a:t>Tempo</a:t>
            </a:r>
            <a:endParaRPr lang="en-US" sz="2200" dirty="0"/>
          </a:p>
          <a:p>
            <a:pPr indent="0" marL="0">
              <a:lnSpc>
                <a:spcPct val="115000"/>
              </a:lnSpc>
              <a:buNone/>
            </a:pPr>
            <a:r>
              <a:rPr lang="en-US" sz="1500" dirty="0">
                <a:solidFill>
                  <a:schemeClr val="accent3"/>
                </a:solidFill>
              </a:rPr>
              <a:t>How fast those beats arrive, counted in beats per minute. A higher number feels more urgent.</a:t>
            </a:r>
            <a:endParaRPr lang="en-US" sz="2200" dirty="0"/>
          </a:p>
        </p:txBody>
      </p:sp>
      <p:sp>
        <p:nvSpPr>
          <p:cNvPr id="9" name="definition card 3"/>
          <p:cNvSpPr/>
          <p:nvPr/>
        </p:nvSpPr>
        <p:spPr>
          <a:xfrm>
            <a:off x="8122615" y="1783080"/>
            <a:ext cx="3291840" cy="2395728"/>
          </a:xfrm>
          <a:prstGeom prst="roundRect">
            <a:avLst>
              <a:gd name="adj" fmla="val 3053"/>
            </a:avLst>
          </a:prstGeom>
          <a:solidFill>
            <a:schemeClr val="bg2"/>
          </a:solidFill>
          <a:ln w="9525">
            <a:solidFill>
              <a:schemeClr val="bg2"/>
            </a:solidFill>
            <a:prstDash val="solid"/>
          </a:ln>
          <a:effectLst>
            <a:outerShdw sx="100000" sy="100000" kx="0" ky="0" algn="bl" rotWithShape="0" blurRad="127000" dist="25400" dir="5400000">
              <a:srgbClr val="11182B">
                <a:alpha val="10000"/>
              </a:srgbClr>
            </a:outerShdw>
          </a:effectLst>
        </p:spPr>
      </p:sp>
      <p:sp>
        <p:nvSpPr>
          <p:cNvPr id="10" name="definition marker 3"/>
          <p:cNvSpPr/>
          <p:nvPr/>
        </p:nvSpPr>
        <p:spPr>
          <a:xfrm>
            <a:off x="8442655" y="2103120"/>
            <a:ext cx="201168" cy="201168"/>
          </a:xfrm>
          <a:prstGeom prst="roundRect">
            <a:avLst>
              <a:gd name="adj" fmla="val 13636"/>
            </a:avLst>
          </a:prstGeom>
          <a:solidFill>
            <a:schemeClr val="accent1"/>
          </a:solidFill>
          <a:ln w="6350">
            <a:solidFill>
              <a:schemeClr val="accent1"/>
            </a:solidFill>
            <a:prstDash val="solid"/>
          </a:ln>
        </p:spPr>
      </p:sp>
      <p:sp>
        <p:nvSpPr>
          <p:cNvPr id="11" name="definition text 3"/>
          <p:cNvSpPr txBox="1"/>
          <p:nvPr/>
        </p:nvSpPr>
        <p:spPr>
          <a:xfrm>
            <a:off x="8442655" y="2514600"/>
            <a:ext cx="2651760" cy="1572768"/>
          </a:xfrm>
          <a:prstGeom prst="rect">
            <a:avLst/>
          </a:prstGeom>
          <a:noFill/>
          <a:ln/>
        </p:spPr>
        <p:txBody>
          <a:bodyPr wrap="square" lIns="0" tIns="0" rIns="0" bIns="0" rtlCol="0" anchor="t"/>
          <a:lstStyle/>
          <a:p>
            <a:pPr indent="0" marL="0">
              <a:lnSpc>
                <a:spcPct val="115000"/>
              </a:lnSpc>
              <a:buNone/>
            </a:pPr>
            <a:r>
              <a:rPr lang="en-US" sz="2200" b="1" dirty="0">
                <a:solidFill>
                  <a:schemeClr val="tx1"/>
                </a:solidFill>
              </a:rPr>
              <a:t>A MIDI file</a:t>
            </a:r>
            <a:endParaRPr lang="en-US" sz="2200" dirty="0"/>
          </a:p>
          <a:p>
            <a:pPr indent="0" marL="0">
              <a:lnSpc>
                <a:spcPct val="115000"/>
              </a:lnSpc>
              <a:buNone/>
            </a:pPr>
            <a:r>
              <a:rPr lang="en-US" sz="1500" dirty="0">
                <a:solidFill>
                  <a:schemeClr val="accent3"/>
                </a:solidFill>
              </a:rPr>
              <a:t>Not a recording. It is a short list of instructions saying which note to play and when.</a:t>
            </a:r>
            <a:endParaRPr lang="en-US" sz="2200" dirty="0"/>
          </a:p>
        </p:txBody>
      </p:sp>
      <p:sp>
        <p:nvSpPr>
          <p:cNvPr id="12" name="size card"/>
          <p:cNvSpPr/>
          <p:nvPr/>
        </p:nvSpPr>
        <p:spPr>
          <a:xfrm>
            <a:off x="777240" y="4553712"/>
            <a:ext cx="10637215" cy="1051560"/>
          </a:xfrm>
          <a:prstGeom prst="roundRect">
            <a:avLst>
              <a:gd name="adj" fmla="val 6957"/>
            </a:avLst>
          </a:prstGeom>
          <a:solidFill>
            <a:schemeClr val="tx2"/>
          </a:solidFill>
          <a:ln w="9525">
            <a:solidFill>
              <a:schemeClr val="tx2"/>
            </a:solidFill>
            <a:prstDash val="solid"/>
          </a:ln>
          <a:effectLst>
            <a:outerShdw sx="100000" sy="100000" kx="0" ky="0" algn="bl" rotWithShape="0" blurRad="127000" dist="25400" dir="5400000">
              <a:srgbClr val="11182B">
                <a:alpha val="10000"/>
              </a:srgbClr>
            </a:outerShdw>
          </a:effectLst>
        </p:spPr>
      </p:sp>
      <p:sp>
        <p:nvSpPr>
          <p:cNvPr id="13" name="size text"/>
          <p:cNvSpPr txBox="1"/>
          <p:nvPr/>
        </p:nvSpPr>
        <p:spPr>
          <a:xfrm>
            <a:off x="1143000" y="4800600"/>
            <a:ext cx="9905695" cy="548640"/>
          </a:xfrm>
          <a:prstGeom prst="rect">
            <a:avLst/>
          </a:prstGeom>
          <a:noFill/>
          <a:ln/>
        </p:spPr>
        <p:txBody>
          <a:bodyPr wrap="square" lIns="0" tIns="0" rIns="0" bIns="0" rtlCol="0" anchor="ctr"/>
          <a:lstStyle/>
          <a:p>
            <a:pPr indent="0" marL="0">
              <a:buNone/>
            </a:pPr>
            <a:r>
              <a:rPr lang="en-US" sz="1800" b="1" dirty="0">
                <a:solidFill>
                  <a:schemeClr val="bg1"/>
                </a:solidFill>
              </a:rPr>
              <a:t>One level of this music is 620 bytes. </a:t>
            </a:r>
            <a:pPr indent="0" marL="0">
              <a:buNone/>
            </a:pPr>
            <a:r>
              <a:rPr lang="en-US" sz="1800" dirty="0">
                <a:solidFill>
                  <a:schemeClr val="accent5"/>
                </a:solidFill>
              </a:rPr>
              <a:t>A recording of the same thing would be thousands of times bigger.</a:t>
            </a:r>
            <a:endParaRPr lang="en-US" sz="1800" dirty="0"/>
          </a:p>
        </p:txBody>
      </p:sp>
      <p:sp>
        <p:nvSpPr>
          <p:cNvPr id="25" name="Slide Number Placeholder 0"/>
          <p:cNvSpPr>
            <a:spLocks noGrp="1"/>
          </p:cNvSpPr>
          <p:nvPr>
            <p:ph type="sldNum" sz="quarter" idx="4294967295"/>
          </p:nvPr>
        </p:nvSpPr>
        <p:spPr>
          <a:xfrm>
            <a:off x="10972800" y="6291072"/>
            <a:ext cx="43891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777240" y="438912"/>
            <a:ext cx="10637215" cy="786384"/>
          </a:xfrm>
          <a:prstGeom prst="rect">
            <a:avLst/>
          </a:prstGeom>
          <a:noFill/>
          <a:ln/>
        </p:spPr>
        <p:txBody>
          <a:bodyPr wrap="square" lIns="0" tIns="0" rIns="0" bIns="0" rtlCol="0" anchor="ctr"/>
          <a:lstStyle/>
          <a:p>
            <a:pPr algn="l" indent="0" marL="0">
              <a:buNone/>
            </a:pPr>
            <a:r>
              <a:rPr lang="en-US" sz="3400" b="1" dirty="0">
                <a:solidFill>
                  <a:schemeClr val="tx1"/>
                </a:solidFill>
              </a:rPr>
              <a:t>How the music is actually made</a:t>
            </a:r>
            <a:endParaRPr lang="en-US" sz="3400" dirty="0"/>
          </a:p>
        </p:txBody>
      </p:sp>
      <p:sp>
        <p:nvSpPr>
          <p:cNvPr id="3" name="lede"/>
          <p:cNvSpPr txBox="1"/>
          <p:nvPr/>
        </p:nvSpPr>
        <p:spPr>
          <a:xfrm>
            <a:off x="777240" y="1280160"/>
            <a:ext cx="10637215" cy="365760"/>
          </a:xfrm>
          <a:prstGeom prst="rect">
            <a:avLst/>
          </a:prstGeom>
          <a:noFill/>
          <a:ln/>
        </p:spPr>
        <p:txBody>
          <a:bodyPr wrap="square" lIns="0" tIns="0" rIns="0" bIns="0" rtlCol="0" anchor="ctr"/>
          <a:lstStyle/>
          <a:p>
            <a:pPr indent="0" marL="0">
              <a:buNone/>
            </a:pPr>
            <a:r>
              <a:rPr lang="en-US" sz="1800" dirty="0">
                <a:solidFill>
                  <a:schemeClr val="accent3"/>
                </a:solidFill>
              </a:rPr>
              <a:t>On every beat the program rolls a number from 0 to 99.</a:t>
            </a:r>
            <a:endParaRPr lang="en-US" sz="1800" dirty="0"/>
          </a:p>
        </p:txBody>
      </p:sp>
      <p:sp>
        <p:nvSpPr>
          <p:cNvPr id="4" name="outcome card 1"/>
          <p:cNvSpPr/>
          <p:nvPr/>
        </p:nvSpPr>
        <p:spPr>
          <a:xfrm>
            <a:off x="777240" y="1783080"/>
            <a:ext cx="5112868" cy="2103120"/>
          </a:xfrm>
          <a:prstGeom prst="roundRect">
            <a:avLst>
              <a:gd name="adj" fmla="val 3478"/>
            </a:avLst>
          </a:prstGeom>
          <a:solidFill>
            <a:schemeClr val="bg2"/>
          </a:solidFill>
          <a:ln w="9525">
            <a:solidFill>
              <a:schemeClr val="bg2"/>
            </a:solidFill>
            <a:prstDash val="solid"/>
          </a:ln>
          <a:effectLst>
            <a:outerShdw sx="100000" sy="100000" kx="0" ky="0" algn="bl" rotWithShape="0" blurRad="127000" dist="25400" dir="5400000">
              <a:srgbClr val="11182B">
                <a:alpha val="10000"/>
              </a:srgbClr>
            </a:outerShdw>
          </a:effectLst>
        </p:spPr>
      </p:sp>
      <p:sp>
        <p:nvSpPr>
          <p:cNvPr id="5" name="odds 1"/>
          <p:cNvSpPr txBox="1"/>
          <p:nvPr/>
        </p:nvSpPr>
        <p:spPr>
          <a:xfrm>
            <a:off x="1143000" y="2011680"/>
            <a:ext cx="4381348" cy="548640"/>
          </a:xfrm>
          <a:prstGeom prst="rect">
            <a:avLst/>
          </a:prstGeom>
          <a:noFill/>
          <a:ln/>
        </p:spPr>
        <p:txBody>
          <a:bodyPr wrap="square" lIns="0" tIns="0" rIns="0" bIns="0" rtlCol="0" anchor="ctr"/>
          <a:lstStyle/>
          <a:p>
            <a:pPr indent="0" marL="0">
              <a:buNone/>
            </a:pPr>
            <a:r>
              <a:rPr lang="en-US" sz="3200" b="1" dirty="0">
                <a:solidFill>
                  <a:schemeClr val="accent1"/>
                </a:solidFill>
              </a:rPr>
              <a:t>75 of 100</a:t>
            </a:r>
            <a:endParaRPr lang="en-US" sz="3200" dirty="0"/>
          </a:p>
        </p:txBody>
      </p:sp>
      <p:sp>
        <p:nvSpPr>
          <p:cNvPr id="6" name="outcome text 1"/>
          <p:cNvSpPr txBox="1"/>
          <p:nvPr/>
        </p:nvSpPr>
        <p:spPr>
          <a:xfrm>
            <a:off x="1143000" y="2651760"/>
            <a:ext cx="4381348" cy="1371600"/>
          </a:xfrm>
          <a:prstGeom prst="rect">
            <a:avLst/>
          </a:prstGeom>
          <a:noFill/>
          <a:ln/>
        </p:spPr>
        <p:txBody>
          <a:bodyPr wrap="square" lIns="0" tIns="0" rIns="0" bIns="0" rtlCol="0" anchor="t"/>
          <a:lstStyle/>
          <a:p>
            <a:pPr indent="0" marL="0">
              <a:lnSpc>
                <a:spcPct val="115000"/>
              </a:lnSpc>
              <a:buNone/>
            </a:pPr>
            <a:r>
              <a:rPr lang="en-US" sz="2000" b="1" dirty="0">
                <a:solidFill>
                  <a:schemeClr val="tx1"/>
                </a:solidFill>
              </a:rPr>
              <a:t>Swap to the other note</a:t>
            </a:r>
            <a:endParaRPr lang="en-US" sz="2000" dirty="0"/>
          </a:p>
          <a:p>
            <a:pPr indent="0" marL="0">
              <a:lnSpc>
                <a:spcPct val="115000"/>
              </a:lnSpc>
              <a:buNone/>
            </a:pPr>
            <a:r>
              <a:rPr lang="en-US" sz="1500" dirty="0">
                <a:solidFill>
                  <a:schemeClr val="accent3"/>
                </a:solidFill>
              </a:rPr>
              <a:t>Low, high, low, high. The music keeps bouncing between the two notes.</a:t>
            </a:r>
            <a:endParaRPr lang="en-US" sz="2000" dirty="0"/>
          </a:p>
        </p:txBody>
      </p:sp>
      <p:sp>
        <p:nvSpPr>
          <p:cNvPr id="7" name="outcome card 2"/>
          <p:cNvSpPr/>
          <p:nvPr/>
        </p:nvSpPr>
        <p:spPr>
          <a:xfrm>
            <a:off x="6301588" y="1783080"/>
            <a:ext cx="5112868" cy="2103120"/>
          </a:xfrm>
          <a:prstGeom prst="roundRect">
            <a:avLst>
              <a:gd name="adj" fmla="val 3478"/>
            </a:avLst>
          </a:prstGeom>
          <a:solidFill>
            <a:schemeClr val="bg2"/>
          </a:solidFill>
          <a:ln w="9525">
            <a:solidFill>
              <a:schemeClr val="bg2"/>
            </a:solidFill>
            <a:prstDash val="solid"/>
          </a:ln>
          <a:effectLst>
            <a:outerShdw sx="100000" sy="100000" kx="0" ky="0" algn="bl" rotWithShape="0" blurRad="127000" dist="25400" dir="5400000">
              <a:srgbClr val="11182B">
                <a:alpha val="10000"/>
              </a:srgbClr>
            </a:outerShdw>
          </a:effectLst>
        </p:spPr>
      </p:sp>
      <p:sp>
        <p:nvSpPr>
          <p:cNvPr id="8" name="odds 2"/>
          <p:cNvSpPr txBox="1"/>
          <p:nvPr/>
        </p:nvSpPr>
        <p:spPr>
          <a:xfrm>
            <a:off x="6667348" y="2011680"/>
            <a:ext cx="4381348" cy="548640"/>
          </a:xfrm>
          <a:prstGeom prst="rect">
            <a:avLst/>
          </a:prstGeom>
          <a:noFill/>
          <a:ln/>
        </p:spPr>
        <p:txBody>
          <a:bodyPr wrap="square" lIns="0" tIns="0" rIns="0" bIns="0" rtlCol="0" anchor="ctr"/>
          <a:lstStyle/>
          <a:p>
            <a:pPr indent="0" marL="0">
              <a:buNone/>
            </a:pPr>
            <a:r>
              <a:rPr lang="en-US" sz="3200" b="1" dirty="0">
                <a:solidFill>
                  <a:schemeClr val="accent2"/>
                </a:solidFill>
              </a:rPr>
              <a:t>25 of 100</a:t>
            </a:r>
            <a:endParaRPr lang="en-US" sz="3200" dirty="0"/>
          </a:p>
        </p:txBody>
      </p:sp>
      <p:sp>
        <p:nvSpPr>
          <p:cNvPr id="9" name="outcome text 2"/>
          <p:cNvSpPr txBox="1"/>
          <p:nvPr/>
        </p:nvSpPr>
        <p:spPr>
          <a:xfrm>
            <a:off x="6667348" y="2651760"/>
            <a:ext cx="4381348" cy="1371600"/>
          </a:xfrm>
          <a:prstGeom prst="rect">
            <a:avLst/>
          </a:prstGeom>
          <a:noFill/>
          <a:ln/>
        </p:spPr>
        <p:txBody>
          <a:bodyPr wrap="square" lIns="0" tIns="0" rIns="0" bIns="0" rtlCol="0" anchor="t"/>
          <a:lstStyle/>
          <a:p>
            <a:pPr indent="0" marL="0">
              <a:lnSpc>
                <a:spcPct val="115000"/>
              </a:lnSpc>
              <a:buNone/>
            </a:pPr>
            <a:r>
              <a:rPr lang="en-US" sz="2000" b="1" dirty="0">
                <a:solidFill>
                  <a:schemeClr val="tx1"/>
                </a:solidFill>
              </a:rPr>
              <a:t>Play the same note again</a:t>
            </a:r>
            <a:endParaRPr lang="en-US" sz="2000" dirty="0"/>
          </a:p>
          <a:p>
            <a:pPr indent="0" marL="0">
              <a:lnSpc>
                <a:spcPct val="115000"/>
              </a:lnSpc>
              <a:buNone/>
            </a:pPr>
            <a:r>
              <a:rPr lang="en-US" sz="1500" dirty="0">
                <a:solidFill>
                  <a:schemeClr val="accent3"/>
                </a:solidFill>
              </a:rPr>
              <a:t>The repeat shifts the whole pattern onto the other foot. This is what makes each level different.</a:t>
            </a:r>
            <a:endParaRPr lang="en-US" sz="2000" dirty="0"/>
          </a:p>
        </p:txBody>
      </p:sp>
      <p:sp>
        <p:nvSpPr>
          <p:cNvPr id="10" name="markov card"/>
          <p:cNvSpPr/>
          <p:nvPr/>
        </p:nvSpPr>
        <p:spPr>
          <a:xfrm>
            <a:off x="777240" y="4279392"/>
            <a:ext cx="10637215" cy="1280160"/>
          </a:xfrm>
          <a:prstGeom prst="roundRect">
            <a:avLst>
              <a:gd name="adj" fmla="val 5714"/>
            </a:avLst>
          </a:prstGeom>
          <a:solidFill>
            <a:schemeClr val="tx2"/>
          </a:solidFill>
          <a:ln w="9525">
            <a:solidFill>
              <a:schemeClr val="tx2"/>
            </a:solidFill>
            <a:prstDash val="solid"/>
          </a:ln>
          <a:effectLst>
            <a:outerShdw sx="100000" sy="100000" kx="0" ky="0" algn="bl" rotWithShape="0" blurRad="127000" dist="25400" dir="5400000">
              <a:srgbClr val="11182B">
                <a:alpha val="10000"/>
              </a:srgbClr>
            </a:outerShdw>
          </a:effectLst>
        </p:spPr>
      </p:sp>
      <p:sp>
        <p:nvSpPr>
          <p:cNvPr id="11" name="markov marker"/>
          <p:cNvSpPr/>
          <p:nvPr/>
        </p:nvSpPr>
        <p:spPr>
          <a:xfrm>
            <a:off x="1143000" y="4645152"/>
            <a:ext cx="201168" cy="201168"/>
          </a:xfrm>
          <a:prstGeom prst="roundRect">
            <a:avLst>
              <a:gd name="adj" fmla="val 13636"/>
            </a:avLst>
          </a:prstGeom>
          <a:solidFill>
            <a:schemeClr val="accent2"/>
          </a:solidFill>
          <a:ln w="6350">
            <a:solidFill>
              <a:schemeClr val="accent2"/>
            </a:solidFill>
            <a:prstDash val="solid"/>
          </a:ln>
        </p:spPr>
      </p:sp>
      <p:sp>
        <p:nvSpPr>
          <p:cNvPr id="12" name="markov text"/>
          <p:cNvSpPr txBox="1"/>
          <p:nvPr/>
        </p:nvSpPr>
        <p:spPr>
          <a:xfrm>
            <a:off x="1490472" y="4590288"/>
            <a:ext cx="9448495" cy="822960"/>
          </a:xfrm>
          <a:prstGeom prst="rect">
            <a:avLst/>
          </a:prstGeom>
          <a:noFill/>
          <a:ln/>
        </p:spPr>
        <p:txBody>
          <a:bodyPr wrap="square" lIns="0" tIns="0" rIns="0" bIns="0" rtlCol="0" anchor="t"/>
          <a:lstStyle/>
          <a:p>
            <a:pPr indent="0" marL="0">
              <a:buNone/>
            </a:pPr>
            <a:r>
              <a:rPr lang="en-US" sz="2000" b="1" dirty="0">
                <a:solidFill>
                  <a:schemeClr val="bg1"/>
                </a:solidFill>
              </a:rPr>
              <a:t>This is a two state Markov chain.</a:t>
            </a:r>
            <a:endParaRPr lang="en-US" sz="2000" dirty="0"/>
          </a:p>
          <a:p>
            <a:pPr indent="0" marL="0">
              <a:buNone/>
            </a:pPr>
            <a:r>
              <a:rPr lang="en-US" sz="1500" dirty="0">
                <a:solidFill>
                  <a:schemeClr val="accent5"/>
                </a:solidFill>
              </a:rPr>
              <a:t>A long name for a short rule. The only thing it looks at is the note it just played.</a:t>
            </a:r>
            <a:endParaRPr lang="en-US" sz="2000" dirty="0"/>
          </a:p>
        </p:txBody>
      </p:sp>
      <p:sp>
        <p:nvSpPr>
          <p:cNvPr id="25" name="Slide Number Placeholder 0"/>
          <p:cNvSpPr>
            <a:spLocks noGrp="1"/>
          </p:cNvSpPr>
          <p:nvPr>
            <p:ph type="sldNum" sz="quarter" idx="4294967295"/>
          </p:nvPr>
        </p:nvSpPr>
        <p:spPr>
          <a:xfrm>
            <a:off x="10972800" y="6291072"/>
            <a:ext cx="43891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777240" y="438912"/>
            <a:ext cx="10637215" cy="786384"/>
          </a:xfrm>
          <a:prstGeom prst="rect">
            <a:avLst/>
          </a:prstGeom>
          <a:noFill/>
          <a:ln/>
        </p:spPr>
        <p:txBody>
          <a:bodyPr wrap="square" lIns="0" tIns="0" rIns="0" bIns="0" rtlCol="0" anchor="ctr"/>
          <a:lstStyle/>
          <a:p>
            <a:pPr algn="l" indent="0" marL="0">
              <a:buNone/>
            </a:pPr>
            <a:r>
              <a:rPr lang="en-US" sz="3400" b="1" dirty="0">
                <a:solidFill>
                  <a:schemeClr val="tx1"/>
                </a:solidFill>
              </a:rPr>
              <a:t>One number holds the whole song</a:t>
            </a:r>
            <a:endParaRPr lang="en-US" sz="3400" dirty="0"/>
          </a:p>
        </p:txBody>
      </p:sp>
      <p:sp>
        <p:nvSpPr>
          <p:cNvPr id="3" name="lede"/>
          <p:cNvSpPr txBox="1"/>
          <p:nvPr/>
        </p:nvSpPr>
        <p:spPr>
          <a:xfrm>
            <a:off x="777240" y="1280160"/>
            <a:ext cx="10637215" cy="365760"/>
          </a:xfrm>
          <a:prstGeom prst="rect">
            <a:avLst/>
          </a:prstGeom>
          <a:noFill/>
          <a:ln/>
        </p:spPr>
        <p:txBody>
          <a:bodyPr wrap="square" lIns="0" tIns="0" rIns="0" bIns="0" rtlCol="0" anchor="ctr"/>
          <a:lstStyle/>
          <a:p>
            <a:pPr indent="0" marL="0">
              <a:buNone/>
            </a:pPr>
            <a:r>
              <a:rPr lang="en-US" sz="1800" dirty="0">
                <a:solidFill>
                  <a:schemeClr val="accent3"/>
                </a:solidFill>
              </a:rPr>
              <a:t>The level number is also the seed for every random roll.</a:t>
            </a:r>
            <a:endParaRPr lang="en-US" sz="1800" dirty="0"/>
          </a:p>
        </p:txBody>
      </p:sp>
      <p:sp>
        <p:nvSpPr>
          <p:cNvPr id="4" name="run label 1"/>
          <p:cNvSpPr txBox="1"/>
          <p:nvPr/>
        </p:nvSpPr>
        <p:spPr>
          <a:xfrm>
            <a:off x="777240" y="1956816"/>
            <a:ext cx="1554480" cy="365760"/>
          </a:xfrm>
          <a:prstGeom prst="rect">
            <a:avLst/>
          </a:prstGeom>
          <a:noFill/>
          <a:ln/>
        </p:spPr>
        <p:txBody>
          <a:bodyPr wrap="square" lIns="0" tIns="0" rIns="0" bIns="0" rtlCol="0" anchor="ctr"/>
          <a:lstStyle/>
          <a:p>
            <a:pPr indent="0" marL="0">
              <a:buNone/>
            </a:pPr>
            <a:r>
              <a:rPr lang="en-US" sz="1400" b="1" dirty="0">
                <a:solidFill>
                  <a:schemeClr val="accent3"/>
                </a:solidFill>
              </a:rPr>
              <a:t>First run</a:t>
            </a:r>
            <a:endParaRPr lang="en-US" sz="1400" dirty="0"/>
          </a:p>
        </p:txBody>
      </p:sp>
      <p:sp>
        <p:nvSpPr>
          <p:cNvPr id="5" name="run 1 beat 1"/>
          <p:cNvSpPr/>
          <p:nvPr/>
        </p:nvSpPr>
        <p:spPr>
          <a:xfrm>
            <a:off x="2423160" y="2130552"/>
            <a:ext cx="213970" cy="155448"/>
          </a:xfrm>
          <a:prstGeom prst="roundRect">
            <a:avLst>
              <a:gd name="adj" fmla="val 11765"/>
            </a:avLst>
          </a:prstGeom>
          <a:solidFill>
            <a:schemeClr val="accent2"/>
          </a:solidFill>
          <a:ln w="6350">
            <a:solidFill>
              <a:schemeClr val="accent2"/>
            </a:solidFill>
            <a:prstDash val="solid"/>
          </a:ln>
        </p:spPr>
      </p:sp>
      <p:sp>
        <p:nvSpPr>
          <p:cNvPr id="6" name="run 1 beat 2"/>
          <p:cNvSpPr/>
          <p:nvPr/>
        </p:nvSpPr>
        <p:spPr>
          <a:xfrm>
            <a:off x="2697480" y="1920240"/>
            <a:ext cx="213970" cy="155448"/>
          </a:xfrm>
          <a:prstGeom prst="roundRect">
            <a:avLst>
              <a:gd name="adj" fmla="val 11765"/>
            </a:avLst>
          </a:prstGeom>
          <a:solidFill>
            <a:schemeClr val="accent1"/>
          </a:solidFill>
          <a:ln w="6350">
            <a:solidFill>
              <a:schemeClr val="accent1"/>
            </a:solidFill>
            <a:prstDash val="solid"/>
          </a:ln>
        </p:spPr>
      </p:sp>
      <p:sp>
        <p:nvSpPr>
          <p:cNvPr id="7" name="run 1 beat 3"/>
          <p:cNvSpPr/>
          <p:nvPr/>
        </p:nvSpPr>
        <p:spPr>
          <a:xfrm>
            <a:off x="2971800" y="2130552"/>
            <a:ext cx="213970" cy="155448"/>
          </a:xfrm>
          <a:prstGeom prst="roundRect">
            <a:avLst>
              <a:gd name="adj" fmla="val 11765"/>
            </a:avLst>
          </a:prstGeom>
          <a:solidFill>
            <a:schemeClr val="accent2"/>
          </a:solidFill>
          <a:ln w="6350">
            <a:solidFill>
              <a:schemeClr val="accent2"/>
            </a:solidFill>
            <a:prstDash val="solid"/>
          </a:ln>
        </p:spPr>
      </p:sp>
      <p:sp>
        <p:nvSpPr>
          <p:cNvPr id="8" name="run 1 beat 4"/>
          <p:cNvSpPr/>
          <p:nvPr/>
        </p:nvSpPr>
        <p:spPr>
          <a:xfrm>
            <a:off x="3246120" y="2130552"/>
            <a:ext cx="213970" cy="155448"/>
          </a:xfrm>
          <a:prstGeom prst="roundRect">
            <a:avLst>
              <a:gd name="adj" fmla="val 11765"/>
            </a:avLst>
          </a:prstGeom>
          <a:solidFill>
            <a:schemeClr val="accent2"/>
          </a:solidFill>
          <a:ln w="6350">
            <a:solidFill>
              <a:schemeClr val="accent2"/>
            </a:solidFill>
            <a:prstDash val="solid"/>
          </a:ln>
        </p:spPr>
      </p:sp>
      <p:sp>
        <p:nvSpPr>
          <p:cNvPr id="9" name="run 1 beat 5"/>
          <p:cNvSpPr/>
          <p:nvPr/>
        </p:nvSpPr>
        <p:spPr>
          <a:xfrm>
            <a:off x="3520440" y="1920240"/>
            <a:ext cx="213970" cy="155448"/>
          </a:xfrm>
          <a:prstGeom prst="roundRect">
            <a:avLst>
              <a:gd name="adj" fmla="val 11765"/>
            </a:avLst>
          </a:prstGeom>
          <a:solidFill>
            <a:schemeClr val="accent1"/>
          </a:solidFill>
          <a:ln w="6350">
            <a:solidFill>
              <a:schemeClr val="accent1"/>
            </a:solidFill>
            <a:prstDash val="solid"/>
          </a:ln>
        </p:spPr>
      </p:sp>
      <p:sp>
        <p:nvSpPr>
          <p:cNvPr id="10" name="run 1 beat 6"/>
          <p:cNvSpPr/>
          <p:nvPr/>
        </p:nvSpPr>
        <p:spPr>
          <a:xfrm>
            <a:off x="3794760" y="2130552"/>
            <a:ext cx="213970" cy="155448"/>
          </a:xfrm>
          <a:prstGeom prst="roundRect">
            <a:avLst>
              <a:gd name="adj" fmla="val 11765"/>
            </a:avLst>
          </a:prstGeom>
          <a:solidFill>
            <a:schemeClr val="accent2"/>
          </a:solidFill>
          <a:ln w="6350">
            <a:solidFill>
              <a:schemeClr val="accent2"/>
            </a:solidFill>
            <a:prstDash val="solid"/>
          </a:ln>
        </p:spPr>
      </p:sp>
      <p:sp>
        <p:nvSpPr>
          <p:cNvPr id="11" name="run 1 beat 7"/>
          <p:cNvSpPr/>
          <p:nvPr/>
        </p:nvSpPr>
        <p:spPr>
          <a:xfrm>
            <a:off x="4069080" y="2130552"/>
            <a:ext cx="213970" cy="155448"/>
          </a:xfrm>
          <a:prstGeom prst="roundRect">
            <a:avLst>
              <a:gd name="adj" fmla="val 11765"/>
            </a:avLst>
          </a:prstGeom>
          <a:solidFill>
            <a:schemeClr val="accent2"/>
          </a:solidFill>
          <a:ln w="6350">
            <a:solidFill>
              <a:schemeClr val="accent2"/>
            </a:solidFill>
            <a:prstDash val="solid"/>
          </a:ln>
        </p:spPr>
      </p:sp>
      <p:sp>
        <p:nvSpPr>
          <p:cNvPr id="12" name="run 1 beat 8"/>
          <p:cNvSpPr/>
          <p:nvPr/>
        </p:nvSpPr>
        <p:spPr>
          <a:xfrm>
            <a:off x="4343400" y="1920240"/>
            <a:ext cx="213970" cy="155448"/>
          </a:xfrm>
          <a:prstGeom prst="roundRect">
            <a:avLst>
              <a:gd name="adj" fmla="val 11765"/>
            </a:avLst>
          </a:prstGeom>
          <a:solidFill>
            <a:schemeClr val="accent1"/>
          </a:solidFill>
          <a:ln w="6350">
            <a:solidFill>
              <a:schemeClr val="accent1"/>
            </a:solidFill>
            <a:prstDash val="solid"/>
          </a:ln>
        </p:spPr>
      </p:sp>
      <p:sp>
        <p:nvSpPr>
          <p:cNvPr id="13" name="run 1 beat 9"/>
          <p:cNvSpPr/>
          <p:nvPr/>
        </p:nvSpPr>
        <p:spPr>
          <a:xfrm>
            <a:off x="4617720" y="2130552"/>
            <a:ext cx="213970" cy="155448"/>
          </a:xfrm>
          <a:prstGeom prst="roundRect">
            <a:avLst>
              <a:gd name="adj" fmla="val 11765"/>
            </a:avLst>
          </a:prstGeom>
          <a:solidFill>
            <a:schemeClr val="accent2"/>
          </a:solidFill>
          <a:ln w="6350">
            <a:solidFill>
              <a:schemeClr val="accent2"/>
            </a:solidFill>
            <a:prstDash val="solid"/>
          </a:ln>
        </p:spPr>
      </p:sp>
      <p:sp>
        <p:nvSpPr>
          <p:cNvPr id="14" name="run 1 beat 10"/>
          <p:cNvSpPr/>
          <p:nvPr/>
        </p:nvSpPr>
        <p:spPr>
          <a:xfrm>
            <a:off x="4892040" y="1920240"/>
            <a:ext cx="213970" cy="155448"/>
          </a:xfrm>
          <a:prstGeom prst="roundRect">
            <a:avLst>
              <a:gd name="adj" fmla="val 11765"/>
            </a:avLst>
          </a:prstGeom>
          <a:solidFill>
            <a:schemeClr val="accent1"/>
          </a:solidFill>
          <a:ln w="6350">
            <a:solidFill>
              <a:schemeClr val="accent1"/>
            </a:solidFill>
            <a:prstDash val="solid"/>
          </a:ln>
        </p:spPr>
      </p:sp>
      <p:sp>
        <p:nvSpPr>
          <p:cNvPr id="15" name="run 1 beat 11"/>
          <p:cNvSpPr/>
          <p:nvPr/>
        </p:nvSpPr>
        <p:spPr>
          <a:xfrm>
            <a:off x="5166360" y="2130552"/>
            <a:ext cx="213970" cy="155448"/>
          </a:xfrm>
          <a:prstGeom prst="roundRect">
            <a:avLst>
              <a:gd name="adj" fmla="val 11765"/>
            </a:avLst>
          </a:prstGeom>
          <a:solidFill>
            <a:schemeClr val="accent2"/>
          </a:solidFill>
          <a:ln w="6350">
            <a:solidFill>
              <a:schemeClr val="accent2"/>
            </a:solidFill>
            <a:prstDash val="solid"/>
          </a:ln>
        </p:spPr>
      </p:sp>
      <p:sp>
        <p:nvSpPr>
          <p:cNvPr id="16" name="run 1 beat 12"/>
          <p:cNvSpPr/>
          <p:nvPr/>
        </p:nvSpPr>
        <p:spPr>
          <a:xfrm>
            <a:off x="5440680" y="1920240"/>
            <a:ext cx="213970" cy="155448"/>
          </a:xfrm>
          <a:prstGeom prst="roundRect">
            <a:avLst>
              <a:gd name="adj" fmla="val 11765"/>
            </a:avLst>
          </a:prstGeom>
          <a:solidFill>
            <a:schemeClr val="accent1"/>
          </a:solidFill>
          <a:ln w="6350">
            <a:solidFill>
              <a:schemeClr val="accent1"/>
            </a:solidFill>
            <a:prstDash val="solid"/>
          </a:ln>
        </p:spPr>
      </p:sp>
      <p:sp>
        <p:nvSpPr>
          <p:cNvPr id="17" name="run 1 beat 13"/>
          <p:cNvSpPr/>
          <p:nvPr/>
        </p:nvSpPr>
        <p:spPr>
          <a:xfrm>
            <a:off x="5715000" y="2130552"/>
            <a:ext cx="213970" cy="155448"/>
          </a:xfrm>
          <a:prstGeom prst="roundRect">
            <a:avLst>
              <a:gd name="adj" fmla="val 11765"/>
            </a:avLst>
          </a:prstGeom>
          <a:solidFill>
            <a:schemeClr val="accent2"/>
          </a:solidFill>
          <a:ln w="6350">
            <a:solidFill>
              <a:schemeClr val="accent2"/>
            </a:solidFill>
            <a:prstDash val="solid"/>
          </a:ln>
        </p:spPr>
      </p:sp>
      <p:sp>
        <p:nvSpPr>
          <p:cNvPr id="18" name="run 1 beat 14"/>
          <p:cNvSpPr/>
          <p:nvPr/>
        </p:nvSpPr>
        <p:spPr>
          <a:xfrm>
            <a:off x="5989320" y="1920240"/>
            <a:ext cx="213970" cy="155448"/>
          </a:xfrm>
          <a:prstGeom prst="roundRect">
            <a:avLst>
              <a:gd name="adj" fmla="val 11765"/>
            </a:avLst>
          </a:prstGeom>
          <a:solidFill>
            <a:schemeClr val="accent1"/>
          </a:solidFill>
          <a:ln w="6350">
            <a:solidFill>
              <a:schemeClr val="accent1"/>
            </a:solidFill>
            <a:prstDash val="solid"/>
          </a:ln>
        </p:spPr>
      </p:sp>
      <p:sp>
        <p:nvSpPr>
          <p:cNvPr id="19" name="run 1 beat 15"/>
          <p:cNvSpPr/>
          <p:nvPr/>
        </p:nvSpPr>
        <p:spPr>
          <a:xfrm>
            <a:off x="6263640" y="1920240"/>
            <a:ext cx="213970" cy="155448"/>
          </a:xfrm>
          <a:prstGeom prst="roundRect">
            <a:avLst>
              <a:gd name="adj" fmla="val 11765"/>
            </a:avLst>
          </a:prstGeom>
          <a:solidFill>
            <a:schemeClr val="accent1"/>
          </a:solidFill>
          <a:ln w="6350">
            <a:solidFill>
              <a:schemeClr val="accent1"/>
            </a:solidFill>
            <a:prstDash val="solid"/>
          </a:ln>
        </p:spPr>
      </p:sp>
      <p:sp>
        <p:nvSpPr>
          <p:cNvPr id="20" name="run 1 beat 16"/>
          <p:cNvSpPr/>
          <p:nvPr/>
        </p:nvSpPr>
        <p:spPr>
          <a:xfrm>
            <a:off x="6537960" y="2130552"/>
            <a:ext cx="213970" cy="155448"/>
          </a:xfrm>
          <a:prstGeom prst="roundRect">
            <a:avLst>
              <a:gd name="adj" fmla="val 11765"/>
            </a:avLst>
          </a:prstGeom>
          <a:solidFill>
            <a:schemeClr val="accent2"/>
          </a:solidFill>
          <a:ln w="6350">
            <a:solidFill>
              <a:schemeClr val="accent2"/>
            </a:solidFill>
            <a:prstDash val="solid"/>
          </a:ln>
        </p:spPr>
      </p:sp>
      <p:sp>
        <p:nvSpPr>
          <p:cNvPr id="21" name="run 1 beat 17"/>
          <p:cNvSpPr/>
          <p:nvPr/>
        </p:nvSpPr>
        <p:spPr>
          <a:xfrm>
            <a:off x="6812280" y="2130552"/>
            <a:ext cx="213970" cy="155448"/>
          </a:xfrm>
          <a:prstGeom prst="roundRect">
            <a:avLst>
              <a:gd name="adj" fmla="val 11765"/>
            </a:avLst>
          </a:prstGeom>
          <a:solidFill>
            <a:schemeClr val="accent2"/>
          </a:solidFill>
          <a:ln w="6350">
            <a:solidFill>
              <a:schemeClr val="accent2"/>
            </a:solidFill>
            <a:prstDash val="solid"/>
          </a:ln>
        </p:spPr>
      </p:sp>
      <p:sp>
        <p:nvSpPr>
          <p:cNvPr id="22" name="run 1 beat 18"/>
          <p:cNvSpPr/>
          <p:nvPr/>
        </p:nvSpPr>
        <p:spPr>
          <a:xfrm>
            <a:off x="7086600" y="1920240"/>
            <a:ext cx="213970" cy="155448"/>
          </a:xfrm>
          <a:prstGeom prst="roundRect">
            <a:avLst>
              <a:gd name="adj" fmla="val 11765"/>
            </a:avLst>
          </a:prstGeom>
          <a:solidFill>
            <a:schemeClr val="accent1"/>
          </a:solidFill>
          <a:ln w="6350">
            <a:solidFill>
              <a:schemeClr val="accent1"/>
            </a:solidFill>
            <a:prstDash val="solid"/>
          </a:ln>
        </p:spPr>
      </p:sp>
      <p:sp>
        <p:nvSpPr>
          <p:cNvPr id="23" name="run 1 beat 19"/>
          <p:cNvSpPr/>
          <p:nvPr/>
        </p:nvSpPr>
        <p:spPr>
          <a:xfrm>
            <a:off x="7360920" y="2130552"/>
            <a:ext cx="213970" cy="155448"/>
          </a:xfrm>
          <a:prstGeom prst="roundRect">
            <a:avLst>
              <a:gd name="adj" fmla="val 11765"/>
            </a:avLst>
          </a:prstGeom>
          <a:solidFill>
            <a:schemeClr val="accent2"/>
          </a:solidFill>
          <a:ln w="6350">
            <a:solidFill>
              <a:schemeClr val="accent2"/>
            </a:solidFill>
            <a:prstDash val="solid"/>
          </a:ln>
        </p:spPr>
      </p:sp>
      <p:sp>
        <p:nvSpPr>
          <p:cNvPr id="24" name="run 1 beat 20"/>
          <p:cNvSpPr/>
          <p:nvPr/>
        </p:nvSpPr>
        <p:spPr>
          <a:xfrm>
            <a:off x="7635240" y="1920240"/>
            <a:ext cx="213970" cy="155448"/>
          </a:xfrm>
          <a:prstGeom prst="roundRect">
            <a:avLst>
              <a:gd name="adj" fmla="val 11765"/>
            </a:avLst>
          </a:prstGeom>
          <a:solidFill>
            <a:schemeClr val="accent1"/>
          </a:solidFill>
          <a:ln w="6350">
            <a:solidFill>
              <a:schemeClr val="accent1"/>
            </a:solidFill>
            <a:prstDash val="solid"/>
          </a:ln>
        </p:spPr>
      </p:sp>
      <p:sp>
        <p:nvSpPr>
          <p:cNvPr id="25" name="run 1 beat 21"/>
          <p:cNvSpPr/>
          <p:nvPr/>
        </p:nvSpPr>
        <p:spPr>
          <a:xfrm>
            <a:off x="7909560" y="2130552"/>
            <a:ext cx="213970" cy="155448"/>
          </a:xfrm>
          <a:prstGeom prst="roundRect">
            <a:avLst>
              <a:gd name="adj" fmla="val 11765"/>
            </a:avLst>
          </a:prstGeom>
          <a:solidFill>
            <a:schemeClr val="accent2"/>
          </a:solidFill>
          <a:ln w="6350">
            <a:solidFill>
              <a:schemeClr val="accent2"/>
            </a:solidFill>
            <a:prstDash val="solid"/>
          </a:ln>
        </p:spPr>
      </p:sp>
      <p:sp>
        <p:nvSpPr>
          <p:cNvPr id="26" name="run 1 beat 22"/>
          <p:cNvSpPr/>
          <p:nvPr/>
        </p:nvSpPr>
        <p:spPr>
          <a:xfrm>
            <a:off x="8183880" y="2130552"/>
            <a:ext cx="213970" cy="155448"/>
          </a:xfrm>
          <a:prstGeom prst="roundRect">
            <a:avLst>
              <a:gd name="adj" fmla="val 11765"/>
            </a:avLst>
          </a:prstGeom>
          <a:solidFill>
            <a:schemeClr val="accent2"/>
          </a:solidFill>
          <a:ln w="6350">
            <a:solidFill>
              <a:schemeClr val="accent2"/>
            </a:solidFill>
            <a:prstDash val="solid"/>
          </a:ln>
        </p:spPr>
      </p:sp>
      <p:sp>
        <p:nvSpPr>
          <p:cNvPr id="27" name="run 1 beat 23"/>
          <p:cNvSpPr/>
          <p:nvPr/>
        </p:nvSpPr>
        <p:spPr>
          <a:xfrm>
            <a:off x="8458200" y="1920240"/>
            <a:ext cx="213970" cy="155448"/>
          </a:xfrm>
          <a:prstGeom prst="roundRect">
            <a:avLst>
              <a:gd name="adj" fmla="val 11765"/>
            </a:avLst>
          </a:prstGeom>
          <a:solidFill>
            <a:schemeClr val="accent1"/>
          </a:solidFill>
          <a:ln w="6350">
            <a:solidFill>
              <a:schemeClr val="accent1"/>
            </a:solidFill>
            <a:prstDash val="solid"/>
          </a:ln>
        </p:spPr>
      </p:sp>
      <p:sp>
        <p:nvSpPr>
          <p:cNvPr id="28" name="run 1 beat 24"/>
          <p:cNvSpPr/>
          <p:nvPr/>
        </p:nvSpPr>
        <p:spPr>
          <a:xfrm>
            <a:off x="8732520" y="2130552"/>
            <a:ext cx="213970" cy="155448"/>
          </a:xfrm>
          <a:prstGeom prst="roundRect">
            <a:avLst>
              <a:gd name="adj" fmla="val 11765"/>
            </a:avLst>
          </a:prstGeom>
          <a:solidFill>
            <a:schemeClr val="accent2"/>
          </a:solidFill>
          <a:ln w="6350">
            <a:solidFill>
              <a:schemeClr val="accent2"/>
            </a:solidFill>
            <a:prstDash val="solid"/>
          </a:ln>
        </p:spPr>
      </p:sp>
      <p:sp>
        <p:nvSpPr>
          <p:cNvPr id="29" name="run 1 beat 25"/>
          <p:cNvSpPr/>
          <p:nvPr/>
        </p:nvSpPr>
        <p:spPr>
          <a:xfrm>
            <a:off x="9006840" y="1920240"/>
            <a:ext cx="213970" cy="155448"/>
          </a:xfrm>
          <a:prstGeom prst="roundRect">
            <a:avLst>
              <a:gd name="adj" fmla="val 11765"/>
            </a:avLst>
          </a:prstGeom>
          <a:solidFill>
            <a:schemeClr val="accent1"/>
          </a:solidFill>
          <a:ln w="6350">
            <a:solidFill>
              <a:schemeClr val="accent1"/>
            </a:solidFill>
            <a:prstDash val="solid"/>
          </a:ln>
        </p:spPr>
      </p:sp>
      <p:sp>
        <p:nvSpPr>
          <p:cNvPr id="30" name="run 1 beat 26"/>
          <p:cNvSpPr/>
          <p:nvPr/>
        </p:nvSpPr>
        <p:spPr>
          <a:xfrm>
            <a:off x="9281160" y="2130552"/>
            <a:ext cx="213970" cy="155448"/>
          </a:xfrm>
          <a:prstGeom prst="roundRect">
            <a:avLst>
              <a:gd name="adj" fmla="val 11765"/>
            </a:avLst>
          </a:prstGeom>
          <a:solidFill>
            <a:schemeClr val="accent2"/>
          </a:solidFill>
          <a:ln w="6350">
            <a:solidFill>
              <a:schemeClr val="accent2"/>
            </a:solidFill>
            <a:prstDash val="solid"/>
          </a:ln>
        </p:spPr>
      </p:sp>
      <p:sp>
        <p:nvSpPr>
          <p:cNvPr id="31" name="run 1 beat 27"/>
          <p:cNvSpPr/>
          <p:nvPr/>
        </p:nvSpPr>
        <p:spPr>
          <a:xfrm>
            <a:off x="9555480" y="2130552"/>
            <a:ext cx="213970" cy="155448"/>
          </a:xfrm>
          <a:prstGeom prst="roundRect">
            <a:avLst>
              <a:gd name="adj" fmla="val 11765"/>
            </a:avLst>
          </a:prstGeom>
          <a:solidFill>
            <a:schemeClr val="accent2"/>
          </a:solidFill>
          <a:ln w="6350">
            <a:solidFill>
              <a:schemeClr val="accent2"/>
            </a:solidFill>
            <a:prstDash val="solid"/>
          </a:ln>
        </p:spPr>
      </p:sp>
      <p:sp>
        <p:nvSpPr>
          <p:cNvPr id="32" name="run 1 beat 28"/>
          <p:cNvSpPr/>
          <p:nvPr/>
        </p:nvSpPr>
        <p:spPr>
          <a:xfrm>
            <a:off x="9829800" y="1920240"/>
            <a:ext cx="213970" cy="155448"/>
          </a:xfrm>
          <a:prstGeom prst="roundRect">
            <a:avLst>
              <a:gd name="adj" fmla="val 11765"/>
            </a:avLst>
          </a:prstGeom>
          <a:solidFill>
            <a:schemeClr val="accent1"/>
          </a:solidFill>
          <a:ln w="6350">
            <a:solidFill>
              <a:schemeClr val="accent1"/>
            </a:solidFill>
            <a:prstDash val="solid"/>
          </a:ln>
        </p:spPr>
      </p:sp>
      <p:sp>
        <p:nvSpPr>
          <p:cNvPr id="33" name="run 1 beat 29"/>
          <p:cNvSpPr/>
          <p:nvPr/>
        </p:nvSpPr>
        <p:spPr>
          <a:xfrm>
            <a:off x="10104120" y="2130552"/>
            <a:ext cx="213970" cy="155448"/>
          </a:xfrm>
          <a:prstGeom prst="roundRect">
            <a:avLst>
              <a:gd name="adj" fmla="val 11765"/>
            </a:avLst>
          </a:prstGeom>
          <a:solidFill>
            <a:schemeClr val="accent2"/>
          </a:solidFill>
          <a:ln w="6350">
            <a:solidFill>
              <a:schemeClr val="accent2"/>
            </a:solidFill>
            <a:prstDash val="solid"/>
          </a:ln>
        </p:spPr>
      </p:sp>
      <p:sp>
        <p:nvSpPr>
          <p:cNvPr id="34" name="run 1 beat 30"/>
          <p:cNvSpPr/>
          <p:nvPr/>
        </p:nvSpPr>
        <p:spPr>
          <a:xfrm>
            <a:off x="10378440" y="1920240"/>
            <a:ext cx="213970" cy="155448"/>
          </a:xfrm>
          <a:prstGeom prst="roundRect">
            <a:avLst>
              <a:gd name="adj" fmla="val 11765"/>
            </a:avLst>
          </a:prstGeom>
          <a:solidFill>
            <a:schemeClr val="accent1"/>
          </a:solidFill>
          <a:ln w="6350">
            <a:solidFill>
              <a:schemeClr val="accent1"/>
            </a:solidFill>
            <a:prstDash val="solid"/>
          </a:ln>
        </p:spPr>
      </p:sp>
      <p:sp>
        <p:nvSpPr>
          <p:cNvPr id="35" name="run 1 beat 31"/>
          <p:cNvSpPr/>
          <p:nvPr/>
        </p:nvSpPr>
        <p:spPr>
          <a:xfrm>
            <a:off x="10652760" y="2130552"/>
            <a:ext cx="213970" cy="155448"/>
          </a:xfrm>
          <a:prstGeom prst="roundRect">
            <a:avLst>
              <a:gd name="adj" fmla="val 11765"/>
            </a:avLst>
          </a:prstGeom>
          <a:solidFill>
            <a:schemeClr val="accent2"/>
          </a:solidFill>
          <a:ln w="6350">
            <a:solidFill>
              <a:schemeClr val="accent2"/>
            </a:solidFill>
            <a:prstDash val="solid"/>
          </a:ln>
        </p:spPr>
      </p:sp>
      <p:sp>
        <p:nvSpPr>
          <p:cNvPr id="36" name="run 1 beat 32"/>
          <p:cNvSpPr/>
          <p:nvPr/>
        </p:nvSpPr>
        <p:spPr>
          <a:xfrm>
            <a:off x="10927080" y="1920240"/>
            <a:ext cx="213970" cy="155448"/>
          </a:xfrm>
          <a:prstGeom prst="roundRect">
            <a:avLst>
              <a:gd name="adj" fmla="val 11765"/>
            </a:avLst>
          </a:prstGeom>
          <a:solidFill>
            <a:schemeClr val="accent1"/>
          </a:solidFill>
          <a:ln w="6350">
            <a:solidFill>
              <a:schemeClr val="accent1"/>
            </a:solidFill>
            <a:prstDash val="solid"/>
          </a:ln>
        </p:spPr>
      </p:sp>
      <p:sp>
        <p:nvSpPr>
          <p:cNvPr id="37" name="run label 2"/>
          <p:cNvSpPr txBox="1"/>
          <p:nvPr/>
        </p:nvSpPr>
        <p:spPr>
          <a:xfrm>
            <a:off x="777240" y="2916936"/>
            <a:ext cx="1554480" cy="365760"/>
          </a:xfrm>
          <a:prstGeom prst="rect">
            <a:avLst/>
          </a:prstGeom>
          <a:noFill/>
          <a:ln/>
        </p:spPr>
        <p:txBody>
          <a:bodyPr wrap="square" lIns="0" tIns="0" rIns="0" bIns="0" rtlCol="0" anchor="ctr"/>
          <a:lstStyle/>
          <a:p>
            <a:pPr indent="0" marL="0">
              <a:buNone/>
            </a:pPr>
            <a:r>
              <a:rPr lang="en-US" sz="1400" b="1" dirty="0">
                <a:solidFill>
                  <a:schemeClr val="accent3"/>
                </a:solidFill>
              </a:rPr>
              <a:t>A year later</a:t>
            </a:r>
            <a:endParaRPr lang="en-US" sz="1400" dirty="0"/>
          </a:p>
        </p:txBody>
      </p:sp>
      <p:sp>
        <p:nvSpPr>
          <p:cNvPr id="38" name="run 2 beat 1"/>
          <p:cNvSpPr/>
          <p:nvPr/>
        </p:nvSpPr>
        <p:spPr>
          <a:xfrm>
            <a:off x="2423160" y="3090672"/>
            <a:ext cx="213970" cy="155448"/>
          </a:xfrm>
          <a:prstGeom prst="roundRect">
            <a:avLst>
              <a:gd name="adj" fmla="val 11765"/>
            </a:avLst>
          </a:prstGeom>
          <a:solidFill>
            <a:schemeClr val="accent2"/>
          </a:solidFill>
          <a:ln w="6350">
            <a:solidFill>
              <a:schemeClr val="accent2"/>
            </a:solidFill>
            <a:prstDash val="solid"/>
          </a:ln>
        </p:spPr>
      </p:sp>
      <p:sp>
        <p:nvSpPr>
          <p:cNvPr id="39" name="run 2 beat 2"/>
          <p:cNvSpPr/>
          <p:nvPr/>
        </p:nvSpPr>
        <p:spPr>
          <a:xfrm>
            <a:off x="2697480" y="2880360"/>
            <a:ext cx="213970" cy="155448"/>
          </a:xfrm>
          <a:prstGeom prst="roundRect">
            <a:avLst>
              <a:gd name="adj" fmla="val 11765"/>
            </a:avLst>
          </a:prstGeom>
          <a:solidFill>
            <a:schemeClr val="accent1"/>
          </a:solidFill>
          <a:ln w="6350">
            <a:solidFill>
              <a:schemeClr val="accent1"/>
            </a:solidFill>
            <a:prstDash val="solid"/>
          </a:ln>
        </p:spPr>
      </p:sp>
      <p:sp>
        <p:nvSpPr>
          <p:cNvPr id="40" name="run 2 beat 3"/>
          <p:cNvSpPr/>
          <p:nvPr/>
        </p:nvSpPr>
        <p:spPr>
          <a:xfrm>
            <a:off x="2971800" y="3090672"/>
            <a:ext cx="213970" cy="155448"/>
          </a:xfrm>
          <a:prstGeom prst="roundRect">
            <a:avLst>
              <a:gd name="adj" fmla="val 11765"/>
            </a:avLst>
          </a:prstGeom>
          <a:solidFill>
            <a:schemeClr val="accent2"/>
          </a:solidFill>
          <a:ln w="6350">
            <a:solidFill>
              <a:schemeClr val="accent2"/>
            </a:solidFill>
            <a:prstDash val="solid"/>
          </a:ln>
        </p:spPr>
      </p:sp>
      <p:sp>
        <p:nvSpPr>
          <p:cNvPr id="41" name="run 2 beat 4"/>
          <p:cNvSpPr/>
          <p:nvPr/>
        </p:nvSpPr>
        <p:spPr>
          <a:xfrm>
            <a:off x="3246120" y="3090672"/>
            <a:ext cx="213970" cy="155448"/>
          </a:xfrm>
          <a:prstGeom prst="roundRect">
            <a:avLst>
              <a:gd name="adj" fmla="val 11765"/>
            </a:avLst>
          </a:prstGeom>
          <a:solidFill>
            <a:schemeClr val="accent2"/>
          </a:solidFill>
          <a:ln w="6350">
            <a:solidFill>
              <a:schemeClr val="accent2"/>
            </a:solidFill>
            <a:prstDash val="solid"/>
          </a:ln>
        </p:spPr>
      </p:sp>
      <p:sp>
        <p:nvSpPr>
          <p:cNvPr id="42" name="run 2 beat 5"/>
          <p:cNvSpPr/>
          <p:nvPr/>
        </p:nvSpPr>
        <p:spPr>
          <a:xfrm>
            <a:off x="3520440" y="2880360"/>
            <a:ext cx="213970" cy="155448"/>
          </a:xfrm>
          <a:prstGeom prst="roundRect">
            <a:avLst>
              <a:gd name="adj" fmla="val 11765"/>
            </a:avLst>
          </a:prstGeom>
          <a:solidFill>
            <a:schemeClr val="accent1"/>
          </a:solidFill>
          <a:ln w="6350">
            <a:solidFill>
              <a:schemeClr val="accent1"/>
            </a:solidFill>
            <a:prstDash val="solid"/>
          </a:ln>
        </p:spPr>
      </p:sp>
      <p:sp>
        <p:nvSpPr>
          <p:cNvPr id="43" name="run 2 beat 6"/>
          <p:cNvSpPr/>
          <p:nvPr/>
        </p:nvSpPr>
        <p:spPr>
          <a:xfrm>
            <a:off x="3794760" y="3090672"/>
            <a:ext cx="213970" cy="155448"/>
          </a:xfrm>
          <a:prstGeom prst="roundRect">
            <a:avLst>
              <a:gd name="adj" fmla="val 11765"/>
            </a:avLst>
          </a:prstGeom>
          <a:solidFill>
            <a:schemeClr val="accent2"/>
          </a:solidFill>
          <a:ln w="6350">
            <a:solidFill>
              <a:schemeClr val="accent2"/>
            </a:solidFill>
            <a:prstDash val="solid"/>
          </a:ln>
        </p:spPr>
      </p:sp>
      <p:sp>
        <p:nvSpPr>
          <p:cNvPr id="44" name="run 2 beat 7"/>
          <p:cNvSpPr/>
          <p:nvPr/>
        </p:nvSpPr>
        <p:spPr>
          <a:xfrm>
            <a:off x="4069080" y="3090672"/>
            <a:ext cx="213970" cy="155448"/>
          </a:xfrm>
          <a:prstGeom prst="roundRect">
            <a:avLst>
              <a:gd name="adj" fmla="val 11765"/>
            </a:avLst>
          </a:prstGeom>
          <a:solidFill>
            <a:schemeClr val="accent2"/>
          </a:solidFill>
          <a:ln w="6350">
            <a:solidFill>
              <a:schemeClr val="accent2"/>
            </a:solidFill>
            <a:prstDash val="solid"/>
          </a:ln>
        </p:spPr>
      </p:sp>
      <p:sp>
        <p:nvSpPr>
          <p:cNvPr id="45" name="run 2 beat 8"/>
          <p:cNvSpPr/>
          <p:nvPr/>
        </p:nvSpPr>
        <p:spPr>
          <a:xfrm>
            <a:off x="4343400" y="2880360"/>
            <a:ext cx="213970" cy="155448"/>
          </a:xfrm>
          <a:prstGeom prst="roundRect">
            <a:avLst>
              <a:gd name="adj" fmla="val 11765"/>
            </a:avLst>
          </a:prstGeom>
          <a:solidFill>
            <a:schemeClr val="accent1"/>
          </a:solidFill>
          <a:ln w="6350">
            <a:solidFill>
              <a:schemeClr val="accent1"/>
            </a:solidFill>
            <a:prstDash val="solid"/>
          </a:ln>
        </p:spPr>
      </p:sp>
      <p:sp>
        <p:nvSpPr>
          <p:cNvPr id="46" name="run 2 beat 9"/>
          <p:cNvSpPr/>
          <p:nvPr/>
        </p:nvSpPr>
        <p:spPr>
          <a:xfrm>
            <a:off x="4617720" y="3090672"/>
            <a:ext cx="213970" cy="155448"/>
          </a:xfrm>
          <a:prstGeom prst="roundRect">
            <a:avLst>
              <a:gd name="adj" fmla="val 11765"/>
            </a:avLst>
          </a:prstGeom>
          <a:solidFill>
            <a:schemeClr val="accent2"/>
          </a:solidFill>
          <a:ln w="6350">
            <a:solidFill>
              <a:schemeClr val="accent2"/>
            </a:solidFill>
            <a:prstDash val="solid"/>
          </a:ln>
        </p:spPr>
      </p:sp>
      <p:sp>
        <p:nvSpPr>
          <p:cNvPr id="47" name="run 2 beat 10"/>
          <p:cNvSpPr/>
          <p:nvPr/>
        </p:nvSpPr>
        <p:spPr>
          <a:xfrm>
            <a:off x="4892040" y="2880360"/>
            <a:ext cx="213970" cy="155448"/>
          </a:xfrm>
          <a:prstGeom prst="roundRect">
            <a:avLst>
              <a:gd name="adj" fmla="val 11765"/>
            </a:avLst>
          </a:prstGeom>
          <a:solidFill>
            <a:schemeClr val="accent1"/>
          </a:solidFill>
          <a:ln w="6350">
            <a:solidFill>
              <a:schemeClr val="accent1"/>
            </a:solidFill>
            <a:prstDash val="solid"/>
          </a:ln>
        </p:spPr>
      </p:sp>
      <p:sp>
        <p:nvSpPr>
          <p:cNvPr id="48" name="run 2 beat 11"/>
          <p:cNvSpPr/>
          <p:nvPr/>
        </p:nvSpPr>
        <p:spPr>
          <a:xfrm>
            <a:off x="5166360" y="3090672"/>
            <a:ext cx="213970" cy="155448"/>
          </a:xfrm>
          <a:prstGeom prst="roundRect">
            <a:avLst>
              <a:gd name="adj" fmla="val 11765"/>
            </a:avLst>
          </a:prstGeom>
          <a:solidFill>
            <a:schemeClr val="accent2"/>
          </a:solidFill>
          <a:ln w="6350">
            <a:solidFill>
              <a:schemeClr val="accent2"/>
            </a:solidFill>
            <a:prstDash val="solid"/>
          </a:ln>
        </p:spPr>
      </p:sp>
      <p:sp>
        <p:nvSpPr>
          <p:cNvPr id="49" name="run 2 beat 12"/>
          <p:cNvSpPr/>
          <p:nvPr/>
        </p:nvSpPr>
        <p:spPr>
          <a:xfrm>
            <a:off x="5440680" y="2880360"/>
            <a:ext cx="213970" cy="155448"/>
          </a:xfrm>
          <a:prstGeom prst="roundRect">
            <a:avLst>
              <a:gd name="adj" fmla="val 11765"/>
            </a:avLst>
          </a:prstGeom>
          <a:solidFill>
            <a:schemeClr val="accent1"/>
          </a:solidFill>
          <a:ln w="6350">
            <a:solidFill>
              <a:schemeClr val="accent1"/>
            </a:solidFill>
            <a:prstDash val="solid"/>
          </a:ln>
        </p:spPr>
      </p:sp>
      <p:sp>
        <p:nvSpPr>
          <p:cNvPr id="50" name="run 2 beat 13"/>
          <p:cNvSpPr/>
          <p:nvPr/>
        </p:nvSpPr>
        <p:spPr>
          <a:xfrm>
            <a:off x="5715000" y="3090672"/>
            <a:ext cx="213970" cy="155448"/>
          </a:xfrm>
          <a:prstGeom prst="roundRect">
            <a:avLst>
              <a:gd name="adj" fmla="val 11765"/>
            </a:avLst>
          </a:prstGeom>
          <a:solidFill>
            <a:schemeClr val="accent2"/>
          </a:solidFill>
          <a:ln w="6350">
            <a:solidFill>
              <a:schemeClr val="accent2"/>
            </a:solidFill>
            <a:prstDash val="solid"/>
          </a:ln>
        </p:spPr>
      </p:sp>
      <p:sp>
        <p:nvSpPr>
          <p:cNvPr id="51" name="run 2 beat 14"/>
          <p:cNvSpPr/>
          <p:nvPr/>
        </p:nvSpPr>
        <p:spPr>
          <a:xfrm>
            <a:off x="5989320" y="2880360"/>
            <a:ext cx="213970" cy="155448"/>
          </a:xfrm>
          <a:prstGeom prst="roundRect">
            <a:avLst>
              <a:gd name="adj" fmla="val 11765"/>
            </a:avLst>
          </a:prstGeom>
          <a:solidFill>
            <a:schemeClr val="accent1"/>
          </a:solidFill>
          <a:ln w="6350">
            <a:solidFill>
              <a:schemeClr val="accent1"/>
            </a:solidFill>
            <a:prstDash val="solid"/>
          </a:ln>
        </p:spPr>
      </p:sp>
      <p:sp>
        <p:nvSpPr>
          <p:cNvPr id="52" name="run 2 beat 15"/>
          <p:cNvSpPr/>
          <p:nvPr/>
        </p:nvSpPr>
        <p:spPr>
          <a:xfrm>
            <a:off x="6263640" y="2880360"/>
            <a:ext cx="213970" cy="155448"/>
          </a:xfrm>
          <a:prstGeom prst="roundRect">
            <a:avLst>
              <a:gd name="adj" fmla="val 11765"/>
            </a:avLst>
          </a:prstGeom>
          <a:solidFill>
            <a:schemeClr val="accent1"/>
          </a:solidFill>
          <a:ln w="6350">
            <a:solidFill>
              <a:schemeClr val="accent1"/>
            </a:solidFill>
            <a:prstDash val="solid"/>
          </a:ln>
        </p:spPr>
      </p:sp>
      <p:sp>
        <p:nvSpPr>
          <p:cNvPr id="53" name="run 2 beat 16"/>
          <p:cNvSpPr/>
          <p:nvPr/>
        </p:nvSpPr>
        <p:spPr>
          <a:xfrm>
            <a:off x="6537960" y="3090672"/>
            <a:ext cx="213970" cy="155448"/>
          </a:xfrm>
          <a:prstGeom prst="roundRect">
            <a:avLst>
              <a:gd name="adj" fmla="val 11765"/>
            </a:avLst>
          </a:prstGeom>
          <a:solidFill>
            <a:schemeClr val="accent2"/>
          </a:solidFill>
          <a:ln w="6350">
            <a:solidFill>
              <a:schemeClr val="accent2"/>
            </a:solidFill>
            <a:prstDash val="solid"/>
          </a:ln>
        </p:spPr>
      </p:sp>
      <p:sp>
        <p:nvSpPr>
          <p:cNvPr id="54" name="run 2 beat 17"/>
          <p:cNvSpPr/>
          <p:nvPr/>
        </p:nvSpPr>
        <p:spPr>
          <a:xfrm>
            <a:off x="6812280" y="3090672"/>
            <a:ext cx="213970" cy="155448"/>
          </a:xfrm>
          <a:prstGeom prst="roundRect">
            <a:avLst>
              <a:gd name="adj" fmla="val 11765"/>
            </a:avLst>
          </a:prstGeom>
          <a:solidFill>
            <a:schemeClr val="accent2"/>
          </a:solidFill>
          <a:ln w="6350">
            <a:solidFill>
              <a:schemeClr val="accent2"/>
            </a:solidFill>
            <a:prstDash val="solid"/>
          </a:ln>
        </p:spPr>
      </p:sp>
      <p:sp>
        <p:nvSpPr>
          <p:cNvPr id="55" name="run 2 beat 18"/>
          <p:cNvSpPr/>
          <p:nvPr/>
        </p:nvSpPr>
        <p:spPr>
          <a:xfrm>
            <a:off x="7086600" y="2880360"/>
            <a:ext cx="213970" cy="155448"/>
          </a:xfrm>
          <a:prstGeom prst="roundRect">
            <a:avLst>
              <a:gd name="adj" fmla="val 11765"/>
            </a:avLst>
          </a:prstGeom>
          <a:solidFill>
            <a:schemeClr val="accent1"/>
          </a:solidFill>
          <a:ln w="6350">
            <a:solidFill>
              <a:schemeClr val="accent1"/>
            </a:solidFill>
            <a:prstDash val="solid"/>
          </a:ln>
        </p:spPr>
      </p:sp>
      <p:sp>
        <p:nvSpPr>
          <p:cNvPr id="56" name="run 2 beat 19"/>
          <p:cNvSpPr/>
          <p:nvPr/>
        </p:nvSpPr>
        <p:spPr>
          <a:xfrm>
            <a:off x="7360920" y="3090672"/>
            <a:ext cx="213970" cy="155448"/>
          </a:xfrm>
          <a:prstGeom prst="roundRect">
            <a:avLst>
              <a:gd name="adj" fmla="val 11765"/>
            </a:avLst>
          </a:prstGeom>
          <a:solidFill>
            <a:schemeClr val="accent2"/>
          </a:solidFill>
          <a:ln w="6350">
            <a:solidFill>
              <a:schemeClr val="accent2"/>
            </a:solidFill>
            <a:prstDash val="solid"/>
          </a:ln>
        </p:spPr>
      </p:sp>
      <p:sp>
        <p:nvSpPr>
          <p:cNvPr id="57" name="run 2 beat 20"/>
          <p:cNvSpPr/>
          <p:nvPr/>
        </p:nvSpPr>
        <p:spPr>
          <a:xfrm>
            <a:off x="7635240" y="2880360"/>
            <a:ext cx="213970" cy="155448"/>
          </a:xfrm>
          <a:prstGeom prst="roundRect">
            <a:avLst>
              <a:gd name="adj" fmla="val 11765"/>
            </a:avLst>
          </a:prstGeom>
          <a:solidFill>
            <a:schemeClr val="accent1"/>
          </a:solidFill>
          <a:ln w="6350">
            <a:solidFill>
              <a:schemeClr val="accent1"/>
            </a:solidFill>
            <a:prstDash val="solid"/>
          </a:ln>
        </p:spPr>
      </p:sp>
      <p:sp>
        <p:nvSpPr>
          <p:cNvPr id="58" name="run 2 beat 21"/>
          <p:cNvSpPr/>
          <p:nvPr/>
        </p:nvSpPr>
        <p:spPr>
          <a:xfrm>
            <a:off x="7909560" y="3090672"/>
            <a:ext cx="213970" cy="155448"/>
          </a:xfrm>
          <a:prstGeom prst="roundRect">
            <a:avLst>
              <a:gd name="adj" fmla="val 11765"/>
            </a:avLst>
          </a:prstGeom>
          <a:solidFill>
            <a:schemeClr val="accent2"/>
          </a:solidFill>
          <a:ln w="6350">
            <a:solidFill>
              <a:schemeClr val="accent2"/>
            </a:solidFill>
            <a:prstDash val="solid"/>
          </a:ln>
        </p:spPr>
      </p:sp>
      <p:sp>
        <p:nvSpPr>
          <p:cNvPr id="59" name="run 2 beat 22"/>
          <p:cNvSpPr/>
          <p:nvPr/>
        </p:nvSpPr>
        <p:spPr>
          <a:xfrm>
            <a:off x="8183880" y="3090672"/>
            <a:ext cx="213970" cy="155448"/>
          </a:xfrm>
          <a:prstGeom prst="roundRect">
            <a:avLst>
              <a:gd name="adj" fmla="val 11765"/>
            </a:avLst>
          </a:prstGeom>
          <a:solidFill>
            <a:schemeClr val="accent2"/>
          </a:solidFill>
          <a:ln w="6350">
            <a:solidFill>
              <a:schemeClr val="accent2"/>
            </a:solidFill>
            <a:prstDash val="solid"/>
          </a:ln>
        </p:spPr>
      </p:sp>
      <p:sp>
        <p:nvSpPr>
          <p:cNvPr id="60" name="run 2 beat 23"/>
          <p:cNvSpPr/>
          <p:nvPr/>
        </p:nvSpPr>
        <p:spPr>
          <a:xfrm>
            <a:off x="8458200" y="2880360"/>
            <a:ext cx="213970" cy="155448"/>
          </a:xfrm>
          <a:prstGeom prst="roundRect">
            <a:avLst>
              <a:gd name="adj" fmla="val 11765"/>
            </a:avLst>
          </a:prstGeom>
          <a:solidFill>
            <a:schemeClr val="accent1"/>
          </a:solidFill>
          <a:ln w="6350">
            <a:solidFill>
              <a:schemeClr val="accent1"/>
            </a:solidFill>
            <a:prstDash val="solid"/>
          </a:ln>
        </p:spPr>
      </p:sp>
      <p:sp>
        <p:nvSpPr>
          <p:cNvPr id="61" name="run 2 beat 24"/>
          <p:cNvSpPr/>
          <p:nvPr/>
        </p:nvSpPr>
        <p:spPr>
          <a:xfrm>
            <a:off x="8732520" y="3090672"/>
            <a:ext cx="213970" cy="155448"/>
          </a:xfrm>
          <a:prstGeom prst="roundRect">
            <a:avLst>
              <a:gd name="adj" fmla="val 11765"/>
            </a:avLst>
          </a:prstGeom>
          <a:solidFill>
            <a:schemeClr val="accent2"/>
          </a:solidFill>
          <a:ln w="6350">
            <a:solidFill>
              <a:schemeClr val="accent2"/>
            </a:solidFill>
            <a:prstDash val="solid"/>
          </a:ln>
        </p:spPr>
      </p:sp>
      <p:sp>
        <p:nvSpPr>
          <p:cNvPr id="62" name="run 2 beat 25"/>
          <p:cNvSpPr/>
          <p:nvPr/>
        </p:nvSpPr>
        <p:spPr>
          <a:xfrm>
            <a:off x="9006840" y="2880360"/>
            <a:ext cx="213970" cy="155448"/>
          </a:xfrm>
          <a:prstGeom prst="roundRect">
            <a:avLst>
              <a:gd name="adj" fmla="val 11765"/>
            </a:avLst>
          </a:prstGeom>
          <a:solidFill>
            <a:schemeClr val="accent1"/>
          </a:solidFill>
          <a:ln w="6350">
            <a:solidFill>
              <a:schemeClr val="accent1"/>
            </a:solidFill>
            <a:prstDash val="solid"/>
          </a:ln>
        </p:spPr>
      </p:sp>
      <p:sp>
        <p:nvSpPr>
          <p:cNvPr id="63" name="run 2 beat 26"/>
          <p:cNvSpPr/>
          <p:nvPr/>
        </p:nvSpPr>
        <p:spPr>
          <a:xfrm>
            <a:off x="9281160" y="3090672"/>
            <a:ext cx="213970" cy="155448"/>
          </a:xfrm>
          <a:prstGeom prst="roundRect">
            <a:avLst>
              <a:gd name="adj" fmla="val 11765"/>
            </a:avLst>
          </a:prstGeom>
          <a:solidFill>
            <a:schemeClr val="accent2"/>
          </a:solidFill>
          <a:ln w="6350">
            <a:solidFill>
              <a:schemeClr val="accent2"/>
            </a:solidFill>
            <a:prstDash val="solid"/>
          </a:ln>
        </p:spPr>
      </p:sp>
      <p:sp>
        <p:nvSpPr>
          <p:cNvPr id="64" name="run 2 beat 27"/>
          <p:cNvSpPr/>
          <p:nvPr/>
        </p:nvSpPr>
        <p:spPr>
          <a:xfrm>
            <a:off x="9555480" y="3090672"/>
            <a:ext cx="213970" cy="155448"/>
          </a:xfrm>
          <a:prstGeom prst="roundRect">
            <a:avLst>
              <a:gd name="adj" fmla="val 11765"/>
            </a:avLst>
          </a:prstGeom>
          <a:solidFill>
            <a:schemeClr val="accent2"/>
          </a:solidFill>
          <a:ln w="6350">
            <a:solidFill>
              <a:schemeClr val="accent2"/>
            </a:solidFill>
            <a:prstDash val="solid"/>
          </a:ln>
        </p:spPr>
      </p:sp>
      <p:sp>
        <p:nvSpPr>
          <p:cNvPr id="65" name="run 2 beat 28"/>
          <p:cNvSpPr/>
          <p:nvPr/>
        </p:nvSpPr>
        <p:spPr>
          <a:xfrm>
            <a:off x="9829800" y="2880360"/>
            <a:ext cx="213970" cy="155448"/>
          </a:xfrm>
          <a:prstGeom prst="roundRect">
            <a:avLst>
              <a:gd name="adj" fmla="val 11765"/>
            </a:avLst>
          </a:prstGeom>
          <a:solidFill>
            <a:schemeClr val="accent1"/>
          </a:solidFill>
          <a:ln w="6350">
            <a:solidFill>
              <a:schemeClr val="accent1"/>
            </a:solidFill>
            <a:prstDash val="solid"/>
          </a:ln>
        </p:spPr>
      </p:sp>
      <p:sp>
        <p:nvSpPr>
          <p:cNvPr id="66" name="run 2 beat 29"/>
          <p:cNvSpPr/>
          <p:nvPr/>
        </p:nvSpPr>
        <p:spPr>
          <a:xfrm>
            <a:off x="10104120" y="3090672"/>
            <a:ext cx="213970" cy="155448"/>
          </a:xfrm>
          <a:prstGeom prst="roundRect">
            <a:avLst>
              <a:gd name="adj" fmla="val 11765"/>
            </a:avLst>
          </a:prstGeom>
          <a:solidFill>
            <a:schemeClr val="accent2"/>
          </a:solidFill>
          <a:ln w="6350">
            <a:solidFill>
              <a:schemeClr val="accent2"/>
            </a:solidFill>
            <a:prstDash val="solid"/>
          </a:ln>
        </p:spPr>
      </p:sp>
      <p:sp>
        <p:nvSpPr>
          <p:cNvPr id="67" name="run 2 beat 30"/>
          <p:cNvSpPr/>
          <p:nvPr/>
        </p:nvSpPr>
        <p:spPr>
          <a:xfrm>
            <a:off x="10378440" y="2880360"/>
            <a:ext cx="213970" cy="155448"/>
          </a:xfrm>
          <a:prstGeom prst="roundRect">
            <a:avLst>
              <a:gd name="adj" fmla="val 11765"/>
            </a:avLst>
          </a:prstGeom>
          <a:solidFill>
            <a:schemeClr val="accent1"/>
          </a:solidFill>
          <a:ln w="6350">
            <a:solidFill>
              <a:schemeClr val="accent1"/>
            </a:solidFill>
            <a:prstDash val="solid"/>
          </a:ln>
        </p:spPr>
      </p:sp>
      <p:sp>
        <p:nvSpPr>
          <p:cNvPr id="68" name="run 2 beat 31"/>
          <p:cNvSpPr/>
          <p:nvPr/>
        </p:nvSpPr>
        <p:spPr>
          <a:xfrm>
            <a:off x="10652760" y="3090672"/>
            <a:ext cx="213970" cy="155448"/>
          </a:xfrm>
          <a:prstGeom prst="roundRect">
            <a:avLst>
              <a:gd name="adj" fmla="val 11765"/>
            </a:avLst>
          </a:prstGeom>
          <a:solidFill>
            <a:schemeClr val="accent2"/>
          </a:solidFill>
          <a:ln w="6350">
            <a:solidFill>
              <a:schemeClr val="accent2"/>
            </a:solidFill>
            <a:prstDash val="solid"/>
          </a:ln>
        </p:spPr>
      </p:sp>
      <p:sp>
        <p:nvSpPr>
          <p:cNvPr id="69" name="run 2 beat 32"/>
          <p:cNvSpPr/>
          <p:nvPr/>
        </p:nvSpPr>
        <p:spPr>
          <a:xfrm>
            <a:off x="10927080" y="2880360"/>
            <a:ext cx="213970" cy="155448"/>
          </a:xfrm>
          <a:prstGeom prst="roundRect">
            <a:avLst>
              <a:gd name="adj" fmla="val 11765"/>
            </a:avLst>
          </a:prstGeom>
          <a:solidFill>
            <a:schemeClr val="accent1"/>
          </a:solidFill>
          <a:ln w="6350">
            <a:solidFill>
              <a:schemeClr val="accent1"/>
            </a:solidFill>
            <a:prstDash val="solid"/>
          </a:ln>
        </p:spPr>
      </p:sp>
      <p:sp>
        <p:nvSpPr>
          <p:cNvPr id="70" name="identical note"/>
          <p:cNvSpPr txBox="1"/>
          <p:nvPr/>
        </p:nvSpPr>
        <p:spPr>
          <a:xfrm>
            <a:off x="2423160" y="3657600"/>
            <a:ext cx="8778240" cy="365760"/>
          </a:xfrm>
          <a:prstGeom prst="rect">
            <a:avLst/>
          </a:prstGeom>
          <a:noFill/>
          <a:ln/>
        </p:spPr>
        <p:txBody>
          <a:bodyPr wrap="square" lIns="0" tIns="0" rIns="0" bIns="0" rtlCol="0" anchor="ctr"/>
          <a:lstStyle/>
          <a:p>
            <a:pPr indent="0" marL="0">
              <a:buNone/>
            </a:pPr>
            <a:r>
              <a:rPr lang="en-US" sz="1700" b="1" i="1" dirty="0">
                <a:solidFill>
                  <a:schemeClr val="accent4"/>
                </a:solidFill>
              </a:rPr>
              <a:t>Level 3, both times. Identical.</a:t>
            </a:r>
            <a:endParaRPr lang="en-US" sz="1700" dirty="0"/>
          </a:p>
        </p:txBody>
      </p:sp>
      <p:sp>
        <p:nvSpPr>
          <p:cNvPr id="71" name="stat card 1"/>
          <p:cNvSpPr/>
          <p:nvPr/>
        </p:nvSpPr>
        <p:spPr>
          <a:xfrm>
            <a:off x="777240" y="4206240"/>
            <a:ext cx="5112868" cy="1600200"/>
          </a:xfrm>
          <a:prstGeom prst="roundRect">
            <a:avLst>
              <a:gd name="adj" fmla="val 4571"/>
            </a:avLst>
          </a:prstGeom>
          <a:solidFill>
            <a:schemeClr val="bg2"/>
          </a:solidFill>
          <a:ln w="9525">
            <a:solidFill>
              <a:schemeClr val="bg2"/>
            </a:solidFill>
            <a:prstDash val="solid"/>
          </a:ln>
          <a:effectLst>
            <a:outerShdw sx="100000" sy="100000" kx="0" ky="0" algn="bl" rotWithShape="0" blurRad="127000" dist="25400" dir="5400000">
              <a:srgbClr val="11182B">
                <a:alpha val="10000"/>
              </a:srgbClr>
            </a:outerShdw>
          </a:effectLst>
        </p:spPr>
      </p:sp>
      <p:sp>
        <p:nvSpPr>
          <p:cNvPr id="72" name="stat number 1"/>
          <p:cNvSpPr txBox="1"/>
          <p:nvPr/>
        </p:nvSpPr>
        <p:spPr>
          <a:xfrm>
            <a:off x="1143000" y="4407408"/>
            <a:ext cx="4381348" cy="685800"/>
          </a:xfrm>
          <a:prstGeom prst="rect">
            <a:avLst/>
          </a:prstGeom>
          <a:noFill/>
          <a:ln/>
        </p:spPr>
        <p:txBody>
          <a:bodyPr wrap="square" lIns="0" tIns="0" rIns="0" bIns="0" rtlCol="0" anchor="ctr"/>
          <a:lstStyle/>
          <a:p>
            <a:pPr indent="0" marL="0">
              <a:buNone/>
            </a:pPr>
            <a:r>
              <a:rPr lang="en-US" sz="4000" b="1" dirty="0">
                <a:solidFill>
                  <a:schemeClr val="accent1"/>
                </a:solidFill>
              </a:rPr>
              <a:t>620 bytes</a:t>
            </a:r>
            <a:endParaRPr lang="en-US" sz="4000" dirty="0"/>
          </a:p>
        </p:txBody>
      </p:sp>
      <p:sp>
        <p:nvSpPr>
          <p:cNvPr id="73" name="stat caption 1"/>
          <p:cNvSpPr txBox="1"/>
          <p:nvPr/>
        </p:nvSpPr>
        <p:spPr>
          <a:xfrm>
            <a:off x="1143000" y="5138928"/>
            <a:ext cx="4381348" cy="548640"/>
          </a:xfrm>
          <a:prstGeom prst="rect">
            <a:avLst/>
          </a:prstGeom>
          <a:noFill/>
          <a:ln/>
        </p:spPr>
        <p:txBody>
          <a:bodyPr wrap="square" lIns="0" tIns="0" rIns="0" bIns="0" rtlCol="0" anchor="ctr"/>
          <a:lstStyle/>
          <a:p>
            <a:pPr indent="0" marL="0">
              <a:buNone/>
            </a:pPr>
            <a:r>
              <a:rPr lang="en-US" sz="1500" dirty="0">
                <a:solidFill>
                  <a:schemeClr val="accent3"/>
                </a:solidFill>
              </a:rPr>
              <a:t>is what one level of music takes up on disk</a:t>
            </a:r>
            <a:endParaRPr lang="en-US" sz="1500" dirty="0"/>
          </a:p>
        </p:txBody>
      </p:sp>
      <p:sp>
        <p:nvSpPr>
          <p:cNvPr id="74" name="stat card 2"/>
          <p:cNvSpPr/>
          <p:nvPr/>
        </p:nvSpPr>
        <p:spPr>
          <a:xfrm>
            <a:off x="6301588" y="4206240"/>
            <a:ext cx="5112868" cy="1600200"/>
          </a:xfrm>
          <a:prstGeom prst="roundRect">
            <a:avLst>
              <a:gd name="adj" fmla="val 4571"/>
            </a:avLst>
          </a:prstGeom>
          <a:solidFill>
            <a:schemeClr val="bg2"/>
          </a:solidFill>
          <a:ln w="9525">
            <a:solidFill>
              <a:schemeClr val="bg2"/>
            </a:solidFill>
            <a:prstDash val="solid"/>
          </a:ln>
          <a:effectLst>
            <a:outerShdw sx="100000" sy="100000" kx="0" ky="0" algn="bl" rotWithShape="0" blurRad="127000" dist="25400" dir="5400000">
              <a:srgbClr val="11182B">
                <a:alpha val="10000"/>
              </a:srgbClr>
            </a:outerShdw>
          </a:effectLst>
        </p:spPr>
      </p:sp>
      <p:sp>
        <p:nvSpPr>
          <p:cNvPr id="75" name="stat number 2"/>
          <p:cNvSpPr txBox="1"/>
          <p:nvPr/>
        </p:nvSpPr>
        <p:spPr>
          <a:xfrm>
            <a:off x="6667348" y="4407408"/>
            <a:ext cx="4381348" cy="685800"/>
          </a:xfrm>
          <a:prstGeom prst="rect">
            <a:avLst/>
          </a:prstGeom>
          <a:noFill/>
          <a:ln/>
        </p:spPr>
        <p:txBody>
          <a:bodyPr wrap="square" lIns="0" tIns="0" rIns="0" bIns="0" rtlCol="0" anchor="ctr"/>
          <a:lstStyle/>
          <a:p>
            <a:pPr indent="0" marL="0">
              <a:buNone/>
            </a:pPr>
            <a:r>
              <a:rPr lang="en-US" sz="4000" b="1" dirty="0">
                <a:solidFill>
                  <a:schemeClr val="accent2"/>
                </a:solidFill>
              </a:rPr>
              <a:t>1 number</a:t>
            </a:r>
            <a:endParaRPr lang="en-US" sz="4000" dirty="0"/>
          </a:p>
        </p:txBody>
      </p:sp>
      <p:sp>
        <p:nvSpPr>
          <p:cNvPr id="76" name="stat caption 2"/>
          <p:cNvSpPr txBox="1"/>
          <p:nvPr/>
        </p:nvSpPr>
        <p:spPr>
          <a:xfrm>
            <a:off x="6667348" y="5138928"/>
            <a:ext cx="4381348" cy="548640"/>
          </a:xfrm>
          <a:prstGeom prst="rect">
            <a:avLst/>
          </a:prstGeom>
          <a:noFill/>
          <a:ln/>
        </p:spPr>
        <p:txBody>
          <a:bodyPr wrap="square" lIns="0" tIns="0" rIns="0" bIns="0" rtlCol="0" anchor="ctr"/>
          <a:lstStyle/>
          <a:p>
            <a:pPr indent="0" marL="0">
              <a:buNone/>
            </a:pPr>
            <a:r>
              <a:rPr lang="en-US" sz="1500" dirty="0">
                <a:solidFill>
                  <a:schemeClr val="accent3"/>
                </a:solidFill>
              </a:rPr>
              <a:t>is all the game has to remember to play it again</a:t>
            </a:r>
            <a:endParaRPr lang="en-US" sz="1500" dirty="0"/>
          </a:p>
        </p:txBody>
      </p:sp>
      <p:sp>
        <p:nvSpPr>
          <p:cNvPr id="25" name="Slide Number Placeholder 0"/>
          <p:cNvSpPr>
            <a:spLocks noGrp="1"/>
          </p:cNvSpPr>
          <p:nvPr>
            <p:ph type="sldNum" sz="quarter" idx="4294967295"/>
          </p:nvPr>
        </p:nvSpPr>
        <p:spPr>
          <a:xfrm>
            <a:off x="10972800" y="6291072"/>
            <a:ext cx="43891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777240" y="438912"/>
            <a:ext cx="10637215" cy="786384"/>
          </a:xfrm>
          <a:prstGeom prst="rect">
            <a:avLst/>
          </a:prstGeom>
          <a:noFill/>
          <a:ln/>
        </p:spPr>
        <p:txBody>
          <a:bodyPr wrap="square" lIns="0" tIns="0" rIns="0" bIns="0" rtlCol="0" anchor="ctr"/>
          <a:lstStyle/>
          <a:p>
            <a:pPr algn="l" indent="0" marL="0">
              <a:buNone/>
            </a:pPr>
            <a:r>
              <a:rPr lang="en-US" sz="3400" b="1" dirty="0">
                <a:solidFill>
                  <a:schemeClr val="tx1"/>
                </a:solidFill>
              </a:rPr>
              <a:t>Where this sits in PCG</a:t>
            </a:r>
            <a:endParaRPr lang="en-US" sz="3400" dirty="0"/>
          </a:p>
        </p:txBody>
      </p:sp>
      <p:sp>
        <p:nvSpPr>
          <p:cNvPr id="3" name="taxonomy card 1"/>
          <p:cNvSpPr/>
          <p:nvPr/>
        </p:nvSpPr>
        <p:spPr>
          <a:xfrm>
            <a:off x="777240" y="1691640"/>
            <a:ext cx="2398700" cy="2487168"/>
          </a:xfrm>
          <a:prstGeom prst="roundRect">
            <a:avLst>
              <a:gd name="adj" fmla="val 3050"/>
            </a:avLst>
          </a:prstGeom>
          <a:solidFill>
            <a:schemeClr val="bg2"/>
          </a:solidFill>
          <a:ln w="9525">
            <a:solidFill>
              <a:schemeClr val="bg2"/>
            </a:solidFill>
            <a:prstDash val="solid"/>
          </a:ln>
          <a:effectLst>
            <a:outerShdw sx="100000" sy="100000" kx="0" ky="0" algn="bl" rotWithShape="0" blurRad="127000" dist="25400" dir="5400000">
              <a:srgbClr val="11182B">
                <a:alpha val="10000"/>
              </a:srgbClr>
            </a:outerShdw>
          </a:effectLst>
        </p:spPr>
      </p:sp>
      <p:sp>
        <p:nvSpPr>
          <p:cNvPr id="4" name="taxonomy marker 1"/>
          <p:cNvSpPr/>
          <p:nvPr/>
        </p:nvSpPr>
        <p:spPr>
          <a:xfrm>
            <a:off x="1069848" y="2011680"/>
            <a:ext cx="182880" cy="182880"/>
          </a:xfrm>
          <a:prstGeom prst="roundRect">
            <a:avLst>
              <a:gd name="adj" fmla="val 15000"/>
            </a:avLst>
          </a:prstGeom>
          <a:solidFill>
            <a:schemeClr val="accent1"/>
          </a:solidFill>
          <a:ln w="6350">
            <a:solidFill>
              <a:schemeClr val="accent1"/>
            </a:solidFill>
            <a:prstDash val="solid"/>
          </a:ln>
        </p:spPr>
      </p:sp>
      <p:sp>
        <p:nvSpPr>
          <p:cNvPr id="5" name="taxonomy text 1"/>
          <p:cNvSpPr txBox="1"/>
          <p:nvPr/>
        </p:nvSpPr>
        <p:spPr>
          <a:xfrm>
            <a:off x="1069848" y="2377440"/>
            <a:ext cx="1813484" cy="1645920"/>
          </a:xfrm>
          <a:prstGeom prst="rect">
            <a:avLst/>
          </a:prstGeom>
          <a:noFill/>
          <a:ln/>
        </p:spPr>
        <p:txBody>
          <a:bodyPr wrap="square" lIns="0" tIns="0" rIns="0" bIns="0" rtlCol="0" anchor="t"/>
          <a:lstStyle/>
          <a:p>
            <a:pPr indent="0" marL="0">
              <a:lnSpc>
                <a:spcPct val="112000"/>
              </a:lnSpc>
              <a:buNone/>
            </a:pPr>
            <a:r>
              <a:rPr lang="en-US" sz="1000" b="1" spc="120" kern="0" dirty="0">
                <a:solidFill>
                  <a:schemeClr val="bg2"/>
                </a:solidFill>
              </a:rPr>
              <a:t> </a:t>
            </a:r>
            <a:endParaRPr lang="en-US" sz="1000" dirty="0"/>
          </a:p>
          <a:p>
            <a:pPr indent="0" marL="0">
              <a:lnSpc>
                <a:spcPct val="112000"/>
              </a:lnSpc>
              <a:buNone/>
            </a:pPr>
            <a:r>
              <a:rPr lang="en-US" sz="2100" b="1" dirty="0">
                <a:solidFill>
                  <a:schemeClr val="tx1"/>
                </a:solidFill>
              </a:rPr>
              <a:t>Stochastic</a:t>
            </a:r>
            <a:endParaRPr lang="en-US" sz="1000" dirty="0"/>
          </a:p>
          <a:p>
            <a:pPr indent="0" marL="0">
              <a:lnSpc>
                <a:spcPct val="112000"/>
              </a:lnSpc>
              <a:buNone/>
            </a:pPr>
            <a:r>
              <a:rPr lang="en-US" sz="1400" dirty="0">
                <a:solidFill>
                  <a:schemeClr val="accent3"/>
                </a:solidFill>
              </a:rPr>
              <a:t>It uses random rolls, so one program can make many different pieces.</a:t>
            </a:r>
            <a:endParaRPr lang="en-US" sz="1000" dirty="0"/>
          </a:p>
        </p:txBody>
      </p:sp>
      <p:sp>
        <p:nvSpPr>
          <p:cNvPr id="6" name="taxonomy card 2"/>
          <p:cNvSpPr/>
          <p:nvPr/>
        </p:nvSpPr>
        <p:spPr>
          <a:xfrm>
            <a:off x="3523412" y="1691640"/>
            <a:ext cx="2398700" cy="2487168"/>
          </a:xfrm>
          <a:prstGeom prst="roundRect">
            <a:avLst>
              <a:gd name="adj" fmla="val 3050"/>
            </a:avLst>
          </a:prstGeom>
          <a:solidFill>
            <a:schemeClr val="bg2"/>
          </a:solidFill>
          <a:ln w="9525">
            <a:solidFill>
              <a:schemeClr val="bg2"/>
            </a:solidFill>
            <a:prstDash val="solid"/>
          </a:ln>
          <a:effectLst>
            <a:outerShdw sx="100000" sy="100000" kx="0" ky="0" algn="bl" rotWithShape="0" blurRad="127000" dist="25400" dir="5400000">
              <a:srgbClr val="11182B">
                <a:alpha val="10000"/>
              </a:srgbClr>
            </a:outerShdw>
          </a:effectLst>
        </p:spPr>
      </p:sp>
      <p:sp>
        <p:nvSpPr>
          <p:cNvPr id="7" name="taxonomy marker 2"/>
          <p:cNvSpPr/>
          <p:nvPr/>
        </p:nvSpPr>
        <p:spPr>
          <a:xfrm>
            <a:off x="3816020" y="2011680"/>
            <a:ext cx="182880" cy="182880"/>
          </a:xfrm>
          <a:prstGeom prst="roundRect">
            <a:avLst>
              <a:gd name="adj" fmla="val 15000"/>
            </a:avLst>
          </a:prstGeom>
          <a:solidFill>
            <a:schemeClr val="accent1"/>
          </a:solidFill>
          <a:ln w="6350">
            <a:solidFill>
              <a:schemeClr val="accent1"/>
            </a:solidFill>
            <a:prstDash val="solid"/>
          </a:ln>
        </p:spPr>
      </p:sp>
      <p:sp>
        <p:nvSpPr>
          <p:cNvPr id="8" name="taxonomy text 2"/>
          <p:cNvSpPr txBox="1"/>
          <p:nvPr/>
        </p:nvSpPr>
        <p:spPr>
          <a:xfrm>
            <a:off x="3816020" y="2377440"/>
            <a:ext cx="1813484" cy="1645920"/>
          </a:xfrm>
          <a:prstGeom prst="rect">
            <a:avLst/>
          </a:prstGeom>
          <a:noFill/>
          <a:ln/>
        </p:spPr>
        <p:txBody>
          <a:bodyPr wrap="square" lIns="0" tIns="0" rIns="0" bIns="0" rtlCol="0" anchor="t"/>
          <a:lstStyle/>
          <a:p>
            <a:pPr indent="0" marL="0">
              <a:lnSpc>
                <a:spcPct val="112000"/>
              </a:lnSpc>
              <a:buNone/>
            </a:pPr>
            <a:r>
              <a:rPr lang="en-US" sz="1000" b="1" spc="120" kern="0" dirty="0">
                <a:solidFill>
                  <a:schemeClr val="bg2"/>
                </a:solidFill>
              </a:rPr>
              <a:t> </a:t>
            </a:r>
            <a:endParaRPr lang="en-US" sz="1000" dirty="0"/>
          </a:p>
          <a:p>
            <a:pPr indent="0" marL="0">
              <a:lnSpc>
                <a:spcPct val="112000"/>
              </a:lnSpc>
              <a:buNone/>
            </a:pPr>
            <a:r>
              <a:rPr lang="en-US" sz="2100" b="1" dirty="0">
                <a:solidFill>
                  <a:schemeClr val="tx1"/>
                </a:solidFill>
              </a:rPr>
              <a:t>Constructive</a:t>
            </a:r>
            <a:endParaRPr lang="en-US" sz="1000" dirty="0"/>
          </a:p>
          <a:p>
            <a:pPr indent="0" marL="0">
              <a:lnSpc>
                <a:spcPct val="112000"/>
              </a:lnSpc>
              <a:buNone/>
            </a:pPr>
            <a:r>
              <a:rPr lang="en-US" sz="1400" dirty="0">
                <a:solidFill>
                  <a:schemeClr val="accent3"/>
                </a:solidFill>
              </a:rPr>
              <a:t>It builds the music in one pass. Nothing is thrown away and retried.</a:t>
            </a:r>
            <a:endParaRPr lang="en-US" sz="1000" dirty="0"/>
          </a:p>
        </p:txBody>
      </p:sp>
      <p:sp>
        <p:nvSpPr>
          <p:cNvPr id="9" name="taxonomy card 3"/>
          <p:cNvSpPr/>
          <p:nvPr/>
        </p:nvSpPr>
        <p:spPr>
          <a:xfrm>
            <a:off x="6269584" y="1691640"/>
            <a:ext cx="2398700" cy="2487168"/>
          </a:xfrm>
          <a:prstGeom prst="roundRect">
            <a:avLst>
              <a:gd name="adj" fmla="val 3050"/>
            </a:avLst>
          </a:prstGeom>
          <a:solidFill>
            <a:schemeClr val="bg2"/>
          </a:solidFill>
          <a:ln w="9525">
            <a:solidFill>
              <a:schemeClr val="bg2"/>
            </a:solidFill>
            <a:prstDash val="solid"/>
          </a:ln>
          <a:effectLst>
            <a:outerShdw sx="100000" sy="100000" kx="0" ky="0" algn="bl" rotWithShape="0" blurRad="127000" dist="25400" dir="5400000">
              <a:srgbClr val="11182B">
                <a:alpha val="10000"/>
              </a:srgbClr>
            </a:outerShdw>
          </a:effectLst>
        </p:spPr>
      </p:sp>
      <p:sp>
        <p:nvSpPr>
          <p:cNvPr id="10" name="taxonomy marker 3"/>
          <p:cNvSpPr/>
          <p:nvPr/>
        </p:nvSpPr>
        <p:spPr>
          <a:xfrm>
            <a:off x="6562192" y="2011680"/>
            <a:ext cx="182880" cy="182880"/>
          </a:xfrm>
          <a:prstGeom prst="roundRect">
            <a:avLst>
              <a:gd name="adj" fmla="val 15000"/>
            </a:avLst>
          </a:prstGeom>
          <a:solidFill>
            <a:schemeClr val="accent1"/>
          </a:solidFill>
          <a:ln w="6350">
            <a:solidFill>
              <a:schemeClr val="accent1"/>
            </a:solidFill>
            <a:prstDash val="solid"/>
          </a:ln>
        </p:spPr>
      </p:sp>
      <p:sp>
        <p:nvSpPr>
          <p:cNvPr id="11" name="taxonomy text 3"/>
          <p:cNvSpPr txBox="1"/>
          <p:nvPr/>
        </p:nvSpPr>
        <p:spPr>
          <a:xfrm>
            <a:off x="6562192" y="2377440"/>
            <a:ext cx="1813484" cy="1645920"/>
          </a:xfrm>
          <a:prstGeom prst="rect">
            <a:avLst/>
          </a:prstGeom>
          <a:noFill/>
          <a:ln/>
        </p:spPr>
        <p:txBody>
          <a:bodyPr wrap="square" lIns="0" tIns="0" rIns="0" bIns="0" rtlCol="0" anchor="t"/>
          <a:lstStyle/>
          <a:p>
            <a:pPr indent="0" marL="0">
              <a:lnSpc>
                <a:spcPct val="112000"/>
              </a:lnSpc>
              <a:buNone/>
            </a:pPr>
            <a:r>
              <a:rPr lang="en-US" sz="1000" b="1" spc="120" kern="0" dirty="0">
                <a:solidFill>
                  <a:schemeClr val="bg2"/>
                </a:solidFill>
              </a:rPr>
              <a:t> </a:t>
            </a:r>
            <a:endParaRPr lang="en-US" sz="1000" dirty="0"/>
          </a:p>
          <a:p>
            <a:pPr indent="0" marL="0">
              <a:lnSpc>
                <a:spcPct val="112000"/>
              </a:lnSpc>
              <a:buNone/>
            </a:pPr>
            <a:r>
              <a:rPr lang="en-US" sz="2100" b="1" dirty="0">
                <a:solidFill>
                  <a:schemeClr val="tx1"/>
                </a:solidFill>
              </a:rPr>
              <a:t>Automatic</a:t>
            </a:r>
            <a:endParaRPr lang="en-US" sz="1000" dirty="0"/>
          </a:p>
          <a:p>
            <a:pPr indent="0" marL="0">
              <a:lnSpc>
                <a:spcPct val="112000"/>
              </a:lnSpc>
              <a:buNone/>
            </a:pPr>
            <a:r>
              <a:rPr lang="en-US" sz="1400" dirty="0">
                <a:solidFill>
                  <a:schemeClr val="accent3"/>
                </a:solidFill>
              </a:rPr>
              <a:t>No person picks the notes. The program does all of it.</a:t>
            </a:r>
            <a:endParaRPr lang="en-US" sz="1000" dirty="0"/>
          </a:p>
        </p:txBody>
      </p:sp>
      <p:sp>
        <p:nvSpPr>
          <p:cNvPr id="12" name="taxonomy card 4"/>
          <p:cNvSpPr/>
          <p:nvPr/>
        </p:nvSpPr>
        <p:spPr>
          <a:xfrm>
            <a:off x="9015755" y="1691640"/>
            <a:ext cx="2398700" cy="2487168"/>
          </a:xfrm>
          <a:prstGeom prst="roundRect">
            <a:avLst>
              <a:gd name="adj" fmla="val 3050"/>
            </a:avLst>
          </a:prstGeom>
          <a:solidFill>
            <a:schemeClr val="tx2"/>
          </a:solidFill>
          <a:ln w="9525">
            <a:solidFill>
              <a:schemeClr val="tx2"/>
            </a:solidFill>
            <a:prstDash val="solid"/>
          </a:ln>
          <a:effectLst>
            <a:outerShdw sx="100000" sy="100000" kx="0" ky="0" algn="bl" rotWithShape="0" blurRad="127000" dist="25400" dir="5400000">
              <a:srgbClr val="11182B">
                <a:alpha val="10000"/>
              </a:srgbClr>
            </a:outerShdw>
          </a:effectLst>
        </p:spPr>
      </p:sp>
      <p:sp>
        <p:nvSpPr>
          <p:cNvPr id="13" name="taxonomy marker 4"/>
          <p:cNvSpPr/>
          <p:nvPr/>
        </p:nvSpPr>
        <p:spPr>
          <a:xfrm>
            <a:off x="9308363" y="2011680"/>
            <a:ext cx="182880" cy="182880"/>
          </a:xfrm>
          <a:prstGeom prst="roundRect">
            <a:avLst>
              <a:gd name="adj" fmla="val 15000"/>
            </a:avLst>
          </a:prstGeom>
          <a:solidFill>
            <a:schemeClr val="accent2"/>
          </a:solidFill>
          <a:ln w="6350">
            <a:solidFill>
              <a:schemeClr val="accent2"/>
            </a:solidFill>
            <a:prstDash val="solid"/>
          </a:ln>
        </p:spPr>
      </p:sp>
      <p:sp>
        <p:nvSpPr>
          <p:cNvPr id="14" name="taxonomy text 4"/>
          <p:cNvSpPr txBox="1"/>
          <p:nvPr/>
        </p:nvSpPr>
        <p:spPr>
          <a:xfrm>
            <a:off x="9308363" y="2377440"/>
            <a:ext cx="1813484" cy="1645920"/>
          </a:xfrm>
          <a:prstGeom prst="rect">
            <a:avLst/>
          </a:prstGeom>
          <a:noFill/>
          <a:ln/>
        </p:spPr>
        <p:txBody>
          <a:bodyPr wrap="square" lIns="0" tIns="0" rIns="0" bIns="0" rtlCol="0" anchor="t"/>
          <a:lstStyle/>
          <a:p>
            <a:pPr indent="0" marL="0">
              <a:lnSpc>
                <a:spcPct val="112000"/>
              </a:lnSpc>
              <a:buNone/>
            </a:pPr>
            <a:r>
              <a:rPr lang="en-US" sz="1000" b="1" spc="120" kern="0" dirty="0">
                <a:solidFill>
                  <a:schemeClr val="accent2"/>
                </a:solidFill>
              </a:rPr>
              <a:t>THE STRONGEST CLAIM</a:t>
            </a:r>
            <a:endParaRPr lang="en-US" sz="1000" dirty="0"/>
          </a:p>
          <a:p>
            <a:pPr indent="0" marL="0">
              <a:lnSpc>
                <a:spcPct val="112000"/>
              </a:lnSpc>
              <a:buNone/>
            </a:pPr>
            <a:r>
              <a:rPr lang="en-US" sz="2100" b="1" dirty="0">
                <a:solidFill>
                  <a:schemeClr val="bg1"/>
                </a:solidFill>
              </a:rPr>
              <a:t>Adaptive</a:t>
            </a:r>
            <a:endParaRPr lang="en-US" sz="1000" dirty="0"/>
          </a:p>
          <a:p>
            <a:pPr indent="0" marL="0">
              <a:lnSpc>
                <a:spcPct val="112000"/>
              </a:lnSpc>
              <a:buNone/>
            </a:pPr>
            <a:r>
              <a:rPr lang="en-US" sz="1400" dirty="0">
                <a:solidFill>
                  <a:schemeClr val="accent5"/>
                </a:solidFill>
              </a:rPr>
              <a:t>The music follows the state of the game, not a seed on its own.</a:t>
            </a:r>
            <a:endParaRPr lang="en-US" sz="1000" dirty="0"/>
          </a:p>
        </p:txBody>
      </p:sp>
      <p:sp>
        <p:nvSpPr>
          <p:cNvPr id="15" name="contrast line"/>
          <p:cNvSpPr txBox="1"/>
          <p:nvPr/>
        </p:nvSpPr>
        <p:spPr>
          <a:xfrm>
            <a:off x="777240" y="4617720"/>
            <a:ext cx="10637215" cy="365760"/>
          </a:xfrm>
          <a:prstGeom prst="rect">
            <a:avLst/>
          </a:prstGeom>
          <a:noFill/>
          <a:ln/>
        </p:spPr>
        <p:txBody>
          <a:bodyPr wrap="square" lIns="0" tIns="0" rIns="0" bIns="0" rtlCol="0" anchor="ctr"/>
          <a:lstStyle/>
          <a:p>
            <a:pPr indent="0" marL="0">
              <a:buNone/>
            </a:pPr>
            <a:r>
              <a:rPr lang="en-US" sz="1700" dirty="0">
                <a:solidFill>
                  <a:schemeClr val="accent3"/>
                </a:solidFill>
              </a:rPr>
              <a:t>Almost everything else on this course is generic. It makes content and then stops.</a:t>
            </a:r>
            <a:endParaRPr lang="en-US" sz="1700" dirty="0"/>
          </a:p>
        </p:txBody>
      </p:sp>
      <p:sp>
        <p:nvSpPr>
          <p:cNvPr id="16" name="contrast punch"/>
          <p:cNvSpPr txBox="1"/>
          <p:nvPr/>
        </p:nvSpPr>
        <p:spPr>
          <a:xfrm>
            <a:off x="777240" y="5047488"/>
            <a:ext cx="10637215" cy="411480"/>
          </a:xfrm>
          <a:prstGeom prst="rect">
            <a:avLst/>
          </a:prstGeom>
          <a:noFill/>
          <a:ln/>
        </p:spPr>
        <p:txBody>
          <a:bodyPr wrap="square" lIns="0" tIns="0" rIns="0" bIns="0" rtlCol="0" anchor="ctr"/>
          <a:lstStyle/>
          <a:p>
            <a:pPr indent="0" marL="0">
              <a:buNone/>
            </a:pPr>
            <a:r>
              <a:rPr lang="en-US" sz="2100" b="1" i="1" dirty="0">
                <a:solidFill>
                  <a:schemeClr val="accent4"/>
                </a:solidFill>
              </a:rPr>
              <a:t>This one keeps listening to the game.</a:t>
            </a:r>
            <a:endParaRPr lang="en-US" sz="2100" dirty="0"/>
          </a:p>
        </p:txBody>
      </p:sp>
      <p:sp>
        <p:nvSpPr>
          <p:cNvPr id="17" name="source note"/>
          <p:cNvSpPr txBox="1"/>
          <p:nvPr/>
        </p:nvSpPr>
        <p:spPr>
          <a:xfrm>
            <a:off x="777240" y="5669280"/>
            <a:ext cx="10637215" cy="274320"/>
          </a:xfrm>
          <a:prstGeom prst="rect">
            <a:avLst/>
          </a:prstGeom>
          <a:noFill/>
          <a:ln/>
        </p:spPr>
        <p:txBody>
          <a:bodyPr wrap="square" lIns="0" tIns="0" rIns="0" bIns="0" rtlCol="0" anchor="ctr"/>
          <a:lstStyle/>
          <a:p>
            <a:pPr indent="0" marL="0">
              <a:buNone/>
            </a:pPr>
            <a:r>
              <a:rPr lang="en-US" sz="1100" dirty="0">
                <a:solidFill>
                  <a:schemeClr val="accent3"/>
                </a:solidFill>
              </a:rPr>
              <a:t>Categories from the Togelius and Shaker taxonomy.</a:t>
            </a:r>
            <a:endParaRPr lang="en-US" sz="1100" dirty="0"/>
          </a:p>
        </p:txBody>
      </p:sp>
      <p:sp>
        <p:nvSpPr>
          <p:cNvPr id="25" name="Slide Number Placeholder 0"/>
          <p:cNvSpPr>
            <a:spLocks noGrp="1"/>
          </p:cNvSpPr>
          <p:nvPr>
            <p:ph type="sldNum" sz="quarter" idx="4294967295"/>
          </p:nvPr>
        </p:nvSpPr>
        <p:spPr>
          <a:xfrm>
            <a:off x="10972800" y="6291072"/>
            <a:ext cx="43891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777240" y="438912"/>
            <a:ext cx="10637215" cy="786384"/>
          </a:xfrm>
          <a:prstGeom prst="rect">
            <a:avLst/>
          </a:prstGeom>
          <a:noFill/>
          <a:ln/>
        </p:spPr>
        <p:txBody>
          <a:bodyPr wrap="square" lIns="0" tIns="0" rIns="0" bIns="0" rtlCol="0" anchor="ctr"/>
          <a:lstStyle/>
          <a:p>
            <a:pPr algn="l" indent="0" marL="0">
              <a:buNone/>
            </a:pPr>
            <a:r>
              <a:rPr lang="en-US" sz="3400" b="1" dirty="0">
                <a:solidFill>
                  <a:schemeClr val="tx1"/>
                </a:solidFill>
              </a:rPr>
              <a:t>Five levels, five patterns</a:t>
            </a:r>
            <a:endParaRPr lang="en-US" sz="3400" dirty="0"/>
          </a:p>
        </p:txBody>
      </p:sp>
      <p:sp>
        <p:nvSpPr>
          <p:cNvPr id="3" name="legend"/>
          <p:cNvSpPr txBox="1"/>
          <p:nvPr/>
        </p:nvSpPr>
        <p:spPr>
          <a:xfrm>
            <a:off x="777240" y="1243584"/>
            <a:ext cx="10637215" cy="320040"/>
          </a:xfrm>
          <a:prstGeom prst="rect">
            <a:avLst/>
          </a:prstGeom>
          <a:noFill/>
          <a:ln/>
        </p:spPr>
        <p:txBody>
          <a:bodyPr wrap="square" lIns="0" tIns="0" rIns="0" bIns="0" rtlCol="0" anchor="ctr"/>
          <a:lstStyle/>
          <a:p>
            <a:pPr indent="0" marL="0">
              <a:buNone/>
            </a:pPr>
            <a:r>
              <a:rPr lang="en-US" sz="1600" dirty="0">
                <a:solidFill>
                  <a:schemeClr val="accent3"/>
                </a:solidFill>
              </a:rPr>
              <a:t>Blue is the high note on the top row. Orange is the low note on the bottom row.</a:t>
            </a:r>
            <a:endParaRPr lang="en-US" sz="1600" dirty="0"/>
          </a:p>
        </p:txBody>
      </p:sp>
      <p:sp>
        <p:nvSpPr>
          <p:cNvPr id="4" name="takeaway"/>
          <p:cNvSpPr txBox="1"/>
          <p:nvPr/>
        </p:nvSpPr>
        <p:spPr>
          <a:xfrm>
            <a:off x="777240" y="1609344"/>
            <a:ext cx="10637215" cy="365760"/>
          </a:xfrm>
          <a:prstGeom prst="rect">
            <a:avLst/>
          </a:prstGeom>
          <a:noFill/>
          <a:ln/>
        </p:spPr>
        <p:txBody>
          <a:bodyPr wrap="square" lIns="0" tIns="0" rIns="0" bIns="0" rtlCol="0" anchor="ctr"/>
          <a:lstStyle/>
          <a:p>
            <a:pPr indent="0" marL="0">
              <a:buNone/>
            </a:pPr>
            <a:r>
              <a:rPr lang="en-US" sz="1800" b="1" i="1" dirty="0">
                <a:solidFill>
                  <a:schemeClr val="accent4"/>
                </a:solidFill>
              </a:rPr>
              <a:t>Same two notes every level. All that changes is where the repeats land, and how fast it goes by.</a:t>
            </a:r>
            <a:endParaRPr lang="en-US" sz="1800" dirty="0"/>
          </a:p>
        </p:txBody>
      </p:sp>
      <p:pic>
        <p:nvPicPr>
          <p:cNvPr id="5" name="patterns figure" descr="/Users/samar/Desktop/Projects/PCG/Music Generator/output/patterns.png">    </p:cNvPr>
          <p:cNvPicPr>
            <a:picLocks noChangeAspect="1"/>
          </p:cNvPicPr>
          <p:nvPr/>
        </p:nvPicPr>
        <p:blipFill>
          <a:blip r:embed="rId1"/>
          <a:stretch>
            <a:fillRect/>
          </a:stretch>
        </p:blipFill>
        <p:spPr>
          <a:xfrm>
            <a:off x="2118208" y="2103120"/>
            <a:ext cx="7955280" cy="3935504"/>
          </a:xfrm>
          <a:prstGeom prst="rect">
            <a:avLst/>
          </a:prstGeom>
        </p:spPr>
      </p:pic>
      <p:sp>
        <p:nvSpPr>
          <p:cNvPr id="25" name="Slide Number Placeholder 0"/>
          <p:cNvSpPr>
            <a:spLocks noGrp="1"/>
          </p:cNvSpPr>
          <p:nvPr>
            <p:ph type="sldNum" sz="quarter" idx="4294967295"/>
          </p:nvPr>
        </p:nvSpPr>
        <p:spPr>
          <a:xfrm>
            <a:off x="10972800" y="6291072"/>
            <a:ext cx="43891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777240" y="438912"/>
            <a:ext cx="10637215" cy="786384"/>
          </a:xfrm>
          <a:prstGeom prst="rect">
            <a:avLst/>
          </a:prstGeom>
          <a:noFill/>
          <a:ln/>
        </p:spPr>
        <p:txBody>
          <a:bodyPr wrap="square" lIns="0" tIns="0" rIns="0" bIns="0" rtlCol="0" anchor="ctr"/>
          <a:lstStyle/>
          <a:p>
            <a:pPr algn="l" indent="0" marL="0">
              <a:buNone/>
            </a:pPr>
            <a:r>
              <a:rPr lang="en-US" sz="3400" b="1" dirty="0">
                <a:solidFill>
                  <a:schemeClr val="tx1"/>
                </a:solidFill>
              </a:rPr>
              <a:t>What each level sounds like</a:t>
            </a:r>
            <a:endParaRPr lang="en-US" sz="3400" dirty="0"/>
          </a:p>
        </p:txBody>
      </p:sp>
      <p:graphicFrame>
        <p:nvGraphicFramePr>
          <p:cNvPr id="11" name="results table"/>
          <p:cNvGraphicFramePr>
            <a:graphicFrameLocks noGrp="1"/>
          </p:cNvGraphicFramePr>
          <p:nvPr>
            <p:extLst>
              <p:ext uri="{D42A27DB-BD31-4B8C-83A1-F6EECF244321}">
                <p14:modId xmlns:p14="http://schemas.microsoft.com/office/powerpoint/2010/main" val="1579011935"/>
              </p:ext>
            </p:extLst>
          </p:nvPr>
        </p:nvGraphicFramePr>
        <p:xfrm>
          <a:off x="777240" y="1783080"/>
          <a:ext cx="6812280" cy="914400"/>
        </p:xfrm>
        <a:graphic>
          <a:graphicData uri="http://schemas.openxmlformats.org/drawingml/2006/table">
            <a:tbl>
              <a:tblPr/>
              <a:tblGrid>
                <a:gridCol w="960120"/>
                <a:gridCol w="1371600"/>
                <a:gridCol w="1280160"/>
                <a:gridCol w="2103120"/>
                <a:gridCol w="1097280"/>
              </a:tblGrid>
              <a:tr h="475488">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Level</a:t>
                      </a:r>
                      <a:endParaRPr lang="en-US" sz="1400" dirty="0">
                        <a:latin typeface="Calibri" charset="0"/>
                        <a:ea typeface="Calibri" charset="0"/>
                        <a:cs typeface="Calibri" charset="0"/>
                      </a:endParaRPr>
                    </a:p>
                  </a:txBody>
                  <a:tcPr marL="128016" marR="128016" marT="54864" marB="54864" anchor="ctr">
                    <a:lnL w="12700" cap="flat" cmpd="sng" algn="ctr">
                      <a:solidFill>
                        <a:srgbClr val="D5DEE9"/>
                      </a:solidFill>
                      <a:prstDash val="solid"/>
                      <a:round/>
                      <a:headEnd type="none" w="med" len="med"/>
                      <a:tailEnd type="none" w="med" len="med"/>
                    </a:lnL>
                    <a:lnR w="12700" cap="flat" cmpd="sng" algn="ctr">
                      <a:solidFill>
                        <a:srgbClr val="D5DEE9"/>
                      </a:solidFill>
                      <a:prstDash val="solid"/>
                      <a:round/>
                      <a:headEnd type="none" w="med" len="med"/>
                      <a:tailEnd type="none" w="med" len="med"/>
                    </a:lnR>
                    <a:lnT w="12700" cap="flat" cmpd="sng" algn="ctr">
                      <a:solidFill>
                        <a:srgbClr val="D5DEE9"/>
                      </a:solidFill>
                      <a:prstDash val="solid"/>
                      <a:round/>
                      <a:headEnd type="none" w="med" len="med"/>
                      <a:tailEnd type="none" w="med" len="med"/>
                    </a:lnT>
                    <a:lnB w="12700" cap="flat" cmpd="sng" algn="ctr">
                      <a:solidFill>
                        <a:srgbClr val="D5DEE9"/>
                      </a:solidFill>
                      <a:prstDash val="solid"/>
                      <a:round/>
                      <a:headEnd type="none" w="med" len="med"/>
                      <a:tailEnd type="none" w="med" len="med"/>
                    </a:lnB>
                    <a:solidFill>
                      <a:srgbClr val="16233F"/>
                    </a:solidFill>
                  </a:tcPr>
                </a:tc>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Tempo</a:t>
                      </a:r>
                      <a:endParaRPr lang="en-US" sz="1400" dirty="0">
                        <a:latin typeface="Calibri" charset="0"/>
                        <a:ea typeface="Calibri" charset="0"/>
                        <a:cs typeface="Calibri" charset="0"/>
                      </a:endParaRPr>
                    </a:p>
                  </a:txBody>
                  <a:tcPr marL="128016" marR="128016" marT="54864" marB="54864" anchor="ctr">
                    <a:lnL w="12700" cap="flat" cmpd="sng" algn="ctr">
                      <a:solidFill>
                        <a:srgbClr val="D5DEE9"/>
                      </a:solidFill>
                      <a:prstDash val="solid"/>
                      <a:round/>
                      <a:headEnd type="none" w="med" len="med"/>
                      <a:tailEnd type="none" w="med" len="med"/>
                    </a:lnL>
                    <a:lnR w="12700" cap="flat" cmpd="sng" algn="ctr">
                      <a:solidFill>
                        <a:srgbClr val="D5DEE9"/>
                      </a:solidFill>
                      <a:prstDash val="solid"/>
                      <a:round/>
                      <a:headEnd type="none" w="med" len="med"/>
                      <a:tailEnd type="none" w="med" len="med"/>
                    </a:lnR>
                    <a:lnT w="12700" cap="flat" cmpd="sng" algn="ctr">
                      <a:solidFill>
                        <a:srgbClr val="D5DEE9"/>
                      </a:solidFill>
                      <a:prstDash val="solid"/>
                      <a:round/>
                      <a:headEnd type="none" w="med" len="med"/>
                      <a:tailEnd type="none" w="med" len="med"/>
                    </a:lnT>
                    <a:lnB w="12700" cap="flat" cmpd="sng" algn="ctr">
                      <a:solidFill>
                        <a:srgbClr val="D5DEE9"/>
                      </a:solidFill>
                      <a:prstDash val="solid"/>
                      <a:round/>
                      <a:headEnd type="none" w="med" len="med"/>
                      <a:tailEnd type="none" w="med" len="med"/>
                    </a:lnB>
                    <a:solidFill>
                      <a:srgbClr val="16233F"/>
                    </a:solidFill>
                  </a:tcPr>
                </a:tc>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Length</a:t>
                      </a:r>
                      <a:endParaRPr lang="en-US" sz="1400" dirty="0">
                        <a:latin typeface="Calibri" charset="0"/>
                        <a:ea typeface="Calibri" charset="0"/>
                        <a:cs typeface="Calibri" charset="0"/>
                      </a:endParaRPr>
                    </a:p>
                  </a:txBody>
                  <a:tcPr marL="128016" marR="128016" marT="54864" marB="54864" anchor="ctr">
                    <a:lnL w="12700" cap="flat" cmpd="sng" algn="ctr">
                      <a:solidFill>
                        <a:srgbClr val="D5DEE9"/>
                      </a:solidFill>
                      <a:prstDash val="solid"/>
                      <a:round/>
                      <a:headEnd type="none" w="med" len="med"/>
                      <a:tailEnd type="none" w="med" len="med"/>
                    </a:lnL>
                    <a:lnR w="12700" cap="flat" cmpd="sng" algn="ctr">
                      <a:solidFill>
                        <a:srgbClr val="D5DEE9"/>
                      </a:solidFill>
                      <a:prstDash val="solid"/>
                      <a:round/>
                      <a:headEnd type="none" w="med" len="med"/>
                      <a:tailEnd type="none" w="med" len="med"/>
                    </a:lnR>
                    <a:lnT w="12700" cap="flat" cmpd="sng" algn="ctr">
                      <a:solidFill>
                        <a:srgbClr val="D5DEE9"/>
                      </a:solidFill>
                      <a:prstDash val="solid"/>
                      <a:round/>
                      <a:headEnd type="none" w="med" len="med"/>
                      <a:tailEnd type="none" w="med" len="med"/>
                    </a:lnT>
                    <a:lnB w="12700" cap="flat" cmpd="sng" algn="ctr">
                      <a:solidFill>
                        <a:srgbClr val="D5DEE9"/>
                      </a:solidFill>
                      <a:prstDash val="solid"/>
                      <a:round/>
                      <a:headEnd type="none" w="med" len="med"/>
                      <a:tailEnd type="none" w="med" len="med"/>
                    </a:lnB>
                    <a:solidFill>
                      <a:srgbClr val="16233F"/>
                    </a:solidFill>
                  </a:tcPr>
                </a:tc>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Notes each second</a:t>
                      </a:r>
                      <a:endParaRPr lang="en-US" sz="1400" dirty="0">
                        <a:latin typeface="Calibri" charset="0"/>
                        <a:ea typeface="Calibri" charset="0"/>
                        <a:cs typeface="Calibri" charset="0"/>
                      </a:endParaRPr>
                    </a:p>
                  </a:txBody>
                  <a:tcPr marL="128016" marR="128016" marT="54864" marB="54864" anchor="ctr">
                    <a:lnL w="12700" cap="flat" cmpd="sng" algn="ctr">
                      <a:solidFill>
                        <a:srgbClr val="D5DEE9"/>
                      </a:solidFill>
                      <a:prstDash val="solid"/>
                      <a:round/>
                      <a:headEnd type="none" w="med" len="med"/>
                      <a:tailEnd type="none" w="med" len="med"/>
                    </a:lnL>
                    <a:lnR w="12700" cap="flat" cmpd="sng" algn="ctr">
                      <a:solidFill>
                        <a:srgbClr val="D5DEE9"/>
                      </a:solidFill>
                      <a:prstDash val="solid"/>
                      <a:round/>
                      <a:headEnd type="none" w="med" len="med"/>
                      <a:tailEnd type="none" w="med" len="med"/>
                    </a:lnR>
                    <a:lnT w="12700" cap="flat" cmpd="sng" algn="ctr">
                      <a:solidFill>
                        <a:srgbClr val="D5DEE9"/>
                      </a:solidFill>
                      <a:prstDash val="solid"/>
                      <a:round/>
                      <a:headEnd type="none" w="med" len="med"/>
                      <a:tailEnd type="none" w="med" len="med"/>
                    </a:lnT>
                    <a:lnB w="12700" cap="flat" cmpd="sng" algn="ctr">
                      <a:solidFill>
                        <a:srgbClr val="D5DEE9"/>
                      </a:solidFill>
                      <a:prstDash val="solid"/>
                      <a:round/>
                      <a:headEnd type="none" w="med" len="med"/>
                      <a:tailEnd type="none" w="med" len="med"/>
                    </a:lnB>
                    <a:solidFill>
                      <a:srgbClr val="16233F"/>
                    </a:solidFill>
                  </a:tcPr>
                </a:tc>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Repeats</a:t>
                      </a:r>
                      <a:endParaRPr lang="en-US" sz="1400" dirty="0">
                        <a:latin typeface="Calibri" charset="0"/>
                        <a:ea typeface="Calibri" charset="0"/>
                        <a:cs typeface="Calibri" charset="0"/>
                      </a:endParaRPr>
                    </a:p>
                  </a:txBody>
                  <a:tcPr marL="128016" marR="128016" marT="54864" marB="54864" anchor="ctr">
                    <a:lnL w="12700" cap="flat" cmpd="sng" algn="ctr">
                      <a:solidFill>
                        <a:srgbClr val="D5DEE9"/>
                      </a:solidFill>
                      <a:prstDash val="solid"/>
                      <a:round/>
                      <a:headEnd type="none" w="med" len="med"/>
                      <a:tailEnd type="none" w="med" len="med"/>
                    </a:lnL>
                    <a:lnR w="12700" cap="flat" cmpd="sng" algn="ctr">
                      <a:solidFill>
                        <a:srgbClr val="D5DEE9"/>
                      </a:solidFill>
                      <a:prstDash val="solid"/>
                      <a:round/>
                      <a:headEnd type="none" w="med" len="med"/>
                      <a:tailEnd type="none" w="med" len="med"/>
                    </a:lnR>
                    <a:lnT w="12700" cap="flat" cmpd="sng" algn="ctr">
                      <a:solidFill>
                        <a:srgbClr val="D5DEE9"/>
                      </a:solidFill>
                      <a:prstDash val="solid"/>
                      <a:round/>
                      <a:headEnd type="none" w="med" len="med"/>
                      <a:tailEnd type="none" w="med" len="med"/>
                    </a:lnT>
                    <a:lnB w="12700" cap="flat" cmpd="sng" algn="ctr">
                      <a:solidFill>
                        <a:srgbClr val="D5DEE9"/>
                      </a:solidFill>
                      <a:prstDash val="solid"/>
                      <a:round/>
                      <a:headEnd type="none" w="med" len="med"/>
                      <a:tailEnd type="none" w="med" len="med"/>
                    </a:lnB>
                    <a:solidFill>
                      <a:srgbClr val="16233F"/>
                    </a:solidFill>
                  </a:tcPr>
                </a:tc>
              </a:tr>
              <a:tr h="475488">
                <a:tc>
                  <a:txBody>
                    <a:bodyPr/>
                    <a:lstStyle/>
                    <a:p>
                      <a:pPr algn="l" indent="0" marL="0">
                        <a:buNone/>
                      </a:pPr>
                      <a:r>
                        <a:rPr lang="en-US" sz="1500" b="1" dirty="0">
                          <a:solidFill>
                            <a:srgbClr val="378ADD"/>
                          </a:solidFill>
                          <a:latin typeface="Calibri" pitchFamily="34" charset="0"/>
                          <a:ea typeface="Calibri" pitchFamily="34" charset="-122"/>
                          <a:cs typeface="Calibri" pitchFamily="34" charset="-120"/>
                        </a:rPr>
                        <a:t>1</a:t>
                      </a:r>
                      <a:endParaRPr lang="en-US" sz="1500" dirty="0">
                        <a:latin typeface="Calibri" charset="0"/>
                        <a:ea typeface="Calibri" charset="0"/>
                        <a:cs typeface="Calibri" charset="0"/>
                      </a:endParaRPr>
                    </a:p>
                  </a:txBody>
                  <a:tcPr marL="128016" marR="128016" marT="54864" marB="54864" anchor="ctr">
                    <a:lnL w="12700" cap="flat" cmpd="sng" algn="ctr">
                      <a:solidFill>
                        <a:srgbClr val="D5DEE9"/>
                      </a:solidFill>
                      <a:prstDash val="solid"/>
                      <a:round/>
                      <a:headEnd type="none" w="med" len="med"/>
                      <a:tailEnd type="none" w="med" len="med"/>
                    </a:lnL>
                    <a:lnR w="12700" cap="flat" cmpd="sng" algn="ctr">
                      <a:solidFill>
                        <a:srgbClr val="D5DEE9"/>
                      </a:solidFill>
                      <a:prstDash val="solid"/>
                      <a:round/>
                      <a:headEnd type="none" w="med" len="med"/>
                      <a:tailEnd type="none" w="med" len="med"/>
                    </a:lnR>
                    <a:lnT w="12700" cap="flat" cmpd="sng" algn="ctr">
                      <a:solidFill>
                        <a:srgbClr val="D5DEE9"/>
                      </a:solidFill>
                      <a:prstDash val="solid"/>
                      <a:round/>
                      <a:headEnd type="none" w="med" len="med"/>
                      <a:tailEnd type="none" w="med" len="med"/>
                    </a:lnT>
                    <a:lnB w="12700" cap="flat" cmpd="sng" algn="ctr">
                      <a:solidFill>
                        <a:srgbClr val="D5DEE9"/>
                      </a:solidFill>
                      <a:prstDash val="solid"/>
                      <a:round/>
                      <a:headEnd type="none" w="med" len="med"/>
                      <a:tailEnd type="none" w="med" len="med"/>
                    </a:lnB>
                    <a:solidFill>
                      <a:srgbClr val="EEF3F9"/>
                    </a:solidFill>
                  </a:tcPr>
                </a:tc>
                <a:tc>
                  <a:txBody>
                    <a:bodyPr/>
                    <a:lstStyle/>
                    <a:p>
                      <a:pPr algn="l" indent="0" marL="0">
                        <a:buNone/>
                      </a:pPr>
                      <a:r>
                        <a:rPr lang="en-US" sz="1500" dirty="0">
                          <a:solidFill>
                            <a:srgbClr val="11182B"/>
                          </a:solidFill>
                          <a:latin typeface="Calibri" pitchFamily="34" charset="0"/>
                          <a:ea typeface="Calibri" pitchFamily="34" charset="-122"/>
                          <a:cs typeface="Calibri" pitchFamily="34" charset="-120"/>
                        </a:rPr>
                        <a:t>80 bpm</a:t>
                      </a:r>
                      <a:endParaRPr lang="en-US" sz="1500" dirty="0">
                        <a:latin typeface="Calibri" charset="0"/>
                        <a:ea typeface="Calibri" charset="0"/>
                        <a:cs typeface="Calibri" charset="0"/>
                      </a:endParaRPr>
                    </a:p>
                  </a:txBody>
                  <a:tcPr marL="128016" marR="128016" marT="54864" marB="54864" anchor="ctr">
                    <a:lnL w="12700" cap="flat" cmpd="sng" algn="ctr">
                      <a:solidFill>
                        <a:srgbClr val="D5DEE9"/>
                      </a:solidFill>
                      <a:prstDash val="solid"/>
                      <a:round/>
                      <a:headEnd type="none" w="med" len="med"/>
                      <a:tailEnd type="none" w="med" len="med"/>
                    </a:lnL>
                    <a:lnR w="12700" cap="flat" cmpd="sng" algn="ctr">
                      <a:solidFill>
                        <a:srgbClr val="D5DEE9"/>
                      </a:solidFill>
                      <a:prstDash val="solid"/>
                      <a:round/>
                      <a:headEnd type="none" w="med" len="med"/>
                      <a:tailEnd type="none" w="med" len="med"/>
                    </a:lnR>
                    <a:lnT w="12700" cap="flat" cmpd="sng" algn="ctr">
                      <a:solidFill>
                        <a:srgbClr val="D5DEE9"/>
                      </a:solidFill>
                      <a:prstDash val="solid"/>
                      <a:round/>
                      <a:headEnd type="none" w="med" len="med"/>
                      <a:tailEnd type="none" w="med" len="med"/>
                    </a:lnT>
                    <a:lnB w="12700" cap="flat" cmpd="sng" algn="ctr">
                      <a:solidFill>
                        <a:srgbClr val="D5DEE9"/>
                      </a:solidFill>
                      <a:prstDash val="solid"/>
                      <a:round/>
                      <a:headEnd type="none" w="med" len="med"/>
                      <a:tailEnd type="none" w="med" len="med"/>
                    </a:lnB>
                    <a:solidFill>
                      <a:srgbClr val="EEF3F9"/>
                    </a:solidFill>
                  </a:tcPr>
                </a:tc>
                <a:tc>
                  <a:txBody>
                    <a:bodyPr/>
                    <a:lstStyle/>
                    <a:p>
                      <a:pPr algn="l" indent="0" marL="0">
                        <a:buNone/>
                      </a:pPr>
                      <a:r>
                        <a:rPr lang="en-US" sz="1500" dirty="0">
                          <a:solidFill>
                            <a:srgbClr val="11182B"/>
                          </a:solidFill>
                          <a:latin typeface="Calibri" pitchFamily="34" charset="0"/>
                          <a:ea typeface="Calibri" pitchFamily="34" charset="-122"/>
                          <a:cs typeface="Calibri" pitchFamily="34" charset="-120"/>
                        </a:rPr>
                        <a:t>24.0 s</a:t>
                      </a:r>
                      <a:endParaRPr lang="en-US" sz="1500" dirty="0">
                        <a:latin typeface="Calibri" charset="0"/>
                        <a:ea typeface="Calibri" charset="0"/>
                        <a:cs typeface="Calibri" charset="0"/>
                      </a:endParaRPr>
                    </a:p>
                  </a:txBody>
                  <a:tcPr marL="128016" marR="128016" marT="54864" marB="54864" anchor="ctr">
                    <a:lnL w="12700" cap="flat" cmpd="sng" algn="ctr">
                      <a:solidFill>
                        <a:srgbClr val="D5DEE9"/>
                      </a:solidFill>
                      <a:prstDash val="solid"/>
                      <a:round/>
                      <a:headEnd type="none" w="med" len="med"/>
                      <a:tailEnd type="none" w="med" len="med"/>
                    </a:lnL>
                    <a:lnR w="12700" cap="flat" cmpd="sng" algn="ctr">
                      <a:solidFill>
                        <a:srgbClr val="D5DEE9"/>
                      </a:solidFill>
                      <a:prstDash val="solid"/>
                      <a:round/>
                      <a:headEnd type="none" w="med" len="med"/>
                      <a:tailEnd type="none" w="med" len="med"/>
                    </a:lnR>
                    <a:lnT w="12700" cap="flat" cmpd="sng" algn="ctr">
                      <a:solidFill>
                        <a:srgbClr val="D5DEE9"/>
                      </a:solidFill>
                      <a:prstDash val="solid"/>
                      <a:round/>
                      <a:headEnd type="none" w="med" len="med"/>
                      <a:tailEnd type="none" w="med" len="med"/>
                    </a:lnT>
                    <a:lnB w="12700" cap="flat" cmpd="sng" algn="ctr">
                      <a:solidFill>
                        <a:srgbClr val="D5DEE9"/>
                      </a:solidFill>
                      <a:prstDash val="solid"/>
                      <a:round/>
                      <a:headEnd type="none" w="med" len="med"/>
                      <a:tailEnd type="none" w="med" len="med"/>
                    </a:lnB>
                    <a:solidFill>
                      <a:srgbClr val="EEF3F9"/>
                    </a:solidFill>
                  </a:tcPr>
                </a:tc>
                <a:tc>
                  <a:txBody>
                    <a:bodyPr/>
                    <a:lstStyle/>
                    <a:p>
                      <a:pPr algn="l" indent="0" marL="0">
                        <a:buNone/>
                      </a:pPr>
                      <a:r>
                        <a:rPr lang="en-US" sz="1500" dirty="0">
                          <a:solidFill>
                            <a:srgbClr val="11182B"/>
                          </a:solidFill>
                          <a:latin typeface="Calibri" pitchFamily="34" charset="0"/>
                          <a:ea typeface="Calibri" pitchFamily="34" charset="-122"/>
                          <a:cs typeface="Calibri" pitchFamily="34" charset="-120"/>
                        </a:rPr>
                        <a:t>1.33</a:t>
                      </a:r>
                      <a:endParaRPr lang="en-US" sz="1500" dirty="0">
                        <a:latin typeface="Calibri" charset="0"/>
                        <a:ea typeface="Calibri" charset="0"/>
                        <a:cs typeface="Calibri" charset="0"/>
                      </a:endParaRPr>
                    </a:p>
                  </a:txBody>
                  <a:tcPr marL="128016" marR="128016" marT="54864" marB="54864" anchor="ctr">
                    <a:lnL w="12700" cap="flat" cmpd="sng" algn="ctr">
                      <a:solidFill>
                        <a:srgbClr val="D5DEE9"/>
                      </a:solidFill>
                      <a:prstDash val="solid"/>
                      <a:round/>
                      <a:headEnd type="none" w="med" len="med"/>
                      <a:tailEnd type="none" w="med" len="med"/>
                    </a:lnL>
                    <a:lnR w="12700" cap="flat" cmpd="sng" algn="ctr">
                      <a:solidFill>
                        <a:srgbClr val="D5DEE9"/>
                      </a:solidFill>
                      <a:prstDash val="solid"/>
                      <a:round/>
                      <a:headEnd type="none" w="med" len="med"/>
                      <a:tailEnd type="none" w="med" len="med"/>
                    </a:lnR>
                    <a:lnT w="12700" cap="flat" cmpd="sng" algn="ctr">
                      <a:solidFill>
                        <a:srgbClr val="D5DEE9"/>
                      </a:solidFill>
                      <a:prstDash val="solid"/>
                      <a:round/>
                      <a:headEnd type="none" w="med" len="med"/>
                      <a:tailEnd type="none" w="med" len="med"/>
                    </a:lnT>
                    <a:lnB w="12700" cap="flat" cmpd="sng" algn="ctr">
                      <a:solidFill>
                        <a:srgbClr val="D5DEE9"/>
                      </a:solidFill>
                      <a:prstDash val="solid"/>
                      <a:round/>
                      <a:headEnd type="none" w="med" len="med"/>
                      <a:tailEnd type="none" w="med" len="med"/>
                    </a:lnB>
                    <a:solidFill>
                      <a:srgbClr val="EEF3F9"/>
                    </a:solidFill>
                  </a:tcPr>
                </a:tc>
                <a:tc>
                  <a:txBody>
                    <a:bodyPr/>
                    <a:lstStyle/>
                    <a:p>
                      <a:pPr algn="l" indent="0" marL="0">
                        <a:buNone/>
                      </a:pPr>
                      <a:r>
                        <a:rPr lang="en-US" sz="1500" dirty="0">
                          <a:solidFill>
                            <a:srgbClr val="11182B"/>
                          </a:solidFill>
                          <a:latin typeface="Calibri" pitchFamily="34" charset="0"/>
                          <a:ea typeface="Calibri" pitchFamily="34" charset="-122"/>
                          <a:cs typeface="Calibri" pitchFamily="34" charset="-120"/>
                        </a:rPr>
                        <a:t>7</a:t>
                      </a:r>
                      <a:endParaRPr lang="en-US" sz="1500" dirty="0">
                        <a:latin typeface="Calibri" charset="0"/>
                        <a:ea typeface="Calibri" charset="0"/>
                        <a:cs typeface="Calibri" charset="0"/>
                      </a:endParaRPr>
                    </a:p>
                  </a:txBody>
                  <a:tcPr marL="128016" marR="128016" marT="54864" marB="54864" anchor="ctr">
                    <a:lnL w="12700" cap="flat" cmpd="sng" algn="ctr">
                      <a:solidFill>
                        <a:srgbClr val="D5DEE9"/>
                      </a:solidFill>
                      <a:prstDash val="solid"/>
                      <a:round/>
                      <a:headEnd type="none" w="med" len="med"/>
                      <a:tailEnd type="none" w="med" len="med"/>
                    </a:lnL>
                    <a:lnR w="12700" cap="flat" cmpd="sng" algn="ctr">
                      <a:solidFill>
                        <a:srgbClr val="D5DEE9"/>
                      </a:solidFill>
                      <a:prstDash val="solid"/>
                      <a:round/>
                      <a:headEnd type="none" w="med" len="med"/>
                      <a:tailEnd type="none" w="med" len="med"/>
                    </a:lnR>
                    <a:lnT w="12700" cap="flat" cmpd="sng" algn="ctr">
                      <a:solidFill>
                        <a:srgbClr val="D5DEE9"/>
                      </a:solidFill>
                      <a:prstDash val="solid"/>
                      <a:round/>
                      <a:headEnd type="none" w="med" len="med"/>
                      <a:tailEnd type="none" w="med" len="med"/>
                    </a:lnT>
                    <a:lnB w="12700" cap="flat" cmpd="sng" algn="ctr">
                      <a:solidFill>
                        <a:srgbClr val="D5DEE9"/>
                      </a:solidFill>
                      <a:prstDash val="solid"/>
                      <a:round/>
                      <a:headEnd type="none" w="med" len="med"/>
                      <a:tailEnd type="none" w="med" len="med"/>
                    </a:lnB>
                    <a:solidFill>
                      <a:srgbClr val="EEF3F9"/>
                    </a:solidFill>
                  </a:tcPr>
                </a:tc>
              </a:tr>
              <a:tr h="475488">
                <a:tc>
                  <a:txBody>
                    <a:bodyPr/>
                    <a:lstStyle/>
                    <a:p>
                      <a:pPr algn="l" indent="0" marL="0">
                        <a:buNone/>
                      </a:pPr>
                      <a:r>
                        <a:rPr lang="en-US" sz="1500" b="1" dirty="0">
                          <a:solidFill>
                            <a:srgbClr val="378ADD"/>
                          </a:solidFill>
                          <a:latin typeface="Calibri" pitchFamily="34" charset="0"/>
                          <a:ea typeface="Calibri" pitchFamily="34" charset="-122"/>
                          <a:cs typeface="Calibri" pitchFamily="34" charset="-120"/>
                        </a:rPr>
                        <a:t>2</a:t>
                      </a:r>
                      <a:endParaRPr lang="en-US" sz="1500" dirty="0">
                        <a:latin typeface="Calibri" charset="0"/>
                        <a:ea typeface="Calibri" charset="0"/>
                        <a:cs typeface="Calibri" charset="0"/>
                      </a:endParaRPr>
                    </a:p>
                  </a:txBody>
                  <a:tcPr marL="128016" marR="128016" marT="54864" marB="54864" anchor="ctr">
                    <a:lnL w="12700" cap="flat" cmpd="sng" algn="ctr">
                      <a:solidFill>
                        <a:srgbClr val="D5DEE9"/>
                      </a:solidFill>
                      <a:prstDash val="solid"/>
                      <a:round/>
                      <a:headEnd type="none" w="med" len="med"/>
                      <a:tailEnd type="none" w="med" len="med"/>
                    </a:lnL>
                    <a:lnR w="12700" cap="flat" cmpd="sng" algn="ctr">
                      <a:solidFill>
                        <a:srgbClr val="D5DEE9"/>
                      </a:solidFill>
                      <a:prstDash val="solid"/>
                      <a:round/>
                      <a:headEnd type="none" w="med" len="med"/>
                      <a:tailEnd type="none" w="med" len="med"/>
                    </a:lnR>
                    <a:lnT w="12700" cap="flat" cmpd="sng" algn="ctr">
                      <a:solidFill>
                        <a:srgbClr val="D5DEE9"/>
                      </a:solidFill>
                      <a:prstDash val="solid"/>
                      <a:round/>
                      <a:headEnd type="none" w="med" len="med"/>
                      <a:tailEnd type="none" w="med" len="med"/>
                    </a:lnT>
                    <a:lnB w="12700" cap="flat" cmpd="sng" algn="ctr">
                      <a:solidFill>
                        <a:srgbClr val="D5DEE9"/>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1182B"/>
                          </a:solidFill>
                          <a:latin typeface="Calibri" pitchFamily="34" charset="0"/>
                          <a:ea typeface="Calibri" pitchFamily="34" charset="-122"/>
                          <a:cs typeface="Calibri" pitchFamily="34" charset="-120"/>
                        </a:rPr>
                        <a:t>110 bpm</a:t>
                      </a:r>
                      <a:endParaRPr lang="en-US" sz="1500" dirty="0">
                        <a:latin typeface="Calibri" charset="0"/>
                        <a:ea typeface="Calibri" charset="0"/>
                        <a:cs typeface="Calibri" charset="0"/>
                      </a:endParaRPr>
                    </a:p>
                  </a:txBody>
                  <a:tcPr marL="128016" marR="128016" marT="54864" marB="54864" anchor="ctr">
                    <a:lnL w="12700" cap="flat" cmpd="sng" algn="ctr">
                      <a:solidFill>
                        <a:srgbClr val="D5DEE9"/>
                      </a:solidFill>
                      <a:prstDash val="solid"/>
                      <a:round/>
                      <a:headEnd type="none" w="med" len="med"/>
                      <a:tailEnd type="none" w="med" len="med"/>
                    </a:lnL>
                    <a:lnR w="12700" cap="flat" cmpd="sng" algn="ctr">
                      <a:solidFill>
                        <a:srgbClr val="D5DEE9"/>
                      </a:solidFill>
                      <a:prstDash val="solid"/>
                      <a:round/>
                      <a:headEnd type="none" w="med" len="med"/>
                      <a:tailEnd type="none" w="med" len="med"/>
                    </a:lnR>
                    <a:lnT w="12700" cap="flat" cmpd="sng" algn="ctr">
                      <a:solidFill>
                        <a:srgbClr val="D5DEE9"/>
                      </a:solidFill>
                      <a:prstDash val="solid"/>
                      <a:round/>
                      <a:headEnd type="none" w="med" len="med"/>
                      <a:tailEnd type="none" w="med" len="med"/>
                    </a:lnT>
                    <a:lnB w="12700" cap="flat" cmpd="sng" algn="ctr">
                      <a:solidFill>
                        <a:srgbClr val="D5DEE9"/>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1182B"/>
                          </a:solidFill>
                          <a:latin typeface="Calibri" pitchFamily="34" charset="0"/>
                          <a:ea typeface="Calibri" pitchFamily="34" charset="-122"/>
                          <a:cs typeface="Calibri" pitchFamily="34" charset="-120"/>
                        </a:rPr>
                        <a:t>17.5 s</a:t>
                      </a:r>
                      <a:endParaRPr lang="en-US" sz="1500" dirty="0">
                        <a:latin typeface="Calibri" charset="0"/>
                        <a:ea typeface="Calibri" charset="0"/>
                        <a:cs typeface="Calibri" charset="0"/>
                      </a:endParaRPr>
                    </a:p>
                  </a:txBody>
                  <a:tcPr marL="128016" marR="128016" marT="54864" marB="54864" anchor="ctr">
                    <a:lnL w="12700" cap="flat" cmpd="sng" algn="ctr">
                      <a:solidFill>
                        <a:srgbClr val="D5DEE9"/>
                      </a:solidFill>
                      <a:prstDash val="solid"/>
                      <a:round/>
                      <a:headEnd type="none" w="med" len="med"/>
                      <a:tailEnd type="none" w="med" len="med"/>
                    </a:lnL>
                    <a:lnR w="12700" cap="flat" cmpd="sng" algn="ctr">
                      <a:solidFill>
                        <a:srgbClr val="D5DEE9"/>
                      </a:solidFill>
                      <a:prstDash val="solid"/>
                      <a:round/>
                      <a:headEnd type="none" w="med" len="med"/>
                      <a:tailEnd type="none" w="med" len="med"/>
                    </a:lnR>
                    <a:lnT w="12700" cap="flat" cmpd="sng" algn="ctr">
                      <a:solidFill>
                        <a:srgbClr val="D5DEE9"/>
                      </a:solidFill>
                      <a:prstDash val="solid"/>
                      <a:round/>
                      <a:headEnd type="none" w="med" len="med"/>
                      <a:tailEnd type="none" w="med" len="med"/>
                    </a:lnT>
                    <a:lnB w="12700" cap="flat" cmpd="sng" algn="ctr">
                      <a:solidFill>
                        <a:srgbClr val="D5DEE9"/>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1182B"/>
                          </a:solidFill>
                          <a:latin typeface="Calibri" pitchFamily="34" charset="0"/>
                          <a:ea typeface="Calibri" pitchFamily="34" charset="-122"/>
                          <a:cs typeface="Calibri" pitchFamily="34" charset="-120"/>
                        </a:rPr>
                        <a:t>1.83</a:t>
                      </a:r>
                      <a:endParaRPr lang="en-US" sz="1500" dirty="0">
                        <a:latin typeface="Calibri" charset="0"/>
                        <a:ea typeface="Calibri" charset="0"/>
                        <a:cs typeface="Calibri" charset="0"/>
                      </a:endParaRPr>
                    </a:p>
                  </a:txBody>
                  <a:tcPr marL="128016" marR="128016" marT="54864" marB="54864" anchor="ctr">
                    <a:lnL w="12700" cap="flat" cmpd="sng" algn="ctr">
                      <a:solidFill>
                        <a:srgbClr val="D5DEE9"/>
                      </a:solidFill>
                      <a:prstDash val="solid"/>
                      <a:round/>
                      <a:headEnd type="none" w="med" len="med"/>
                      <a:tailEnd type="none" w="med" len="med"/>
                    </a:lnL>
                    <a:lnR w="12700" cap="flat" cmpd="sng" algn="ctr">
                      <a:solidFill>
                        <a:srgbClr val="D5DEE9"/>
                      </a:solidFill>
                      <a:prstDash val="solid"/>
                      <a:round/>
                      <a:headEnd type="none" w="med" len="med"/>
                      <a:tailEnd type="none" w="med" len="med"/>
                    </a:lnR>
                    <a:lnT w="12700" cap="flat" cmpd="sng" algn="ctr">
                      <a:solidFill>
                        <a:srgbClr val="D5DEE9"/>
                      </a:solidFill>
                      <a:prstDash val="solid"/>
                      <a:round/>
                      <a:headEnd type="none" w="med" len="med"/>
                      <a:tailEnd type="none" w="med" len="med"/>
                    </a:lnT>
                    <a:lnB w="12700" cap="flat" cmpd="sng" algn="ctr">
                      <a:solidFill>
                        <a:srgbClr val="D5DEE9"/>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1182B"/>
                          </a:solidFill>
                          <a:latin typeface="Calibri" pitchFamily="34" charset="0"/>
                          <a:ea typeface="Calibri" pitchFamily="34" charset="-122"/>
                          <a:cs typeface="Calibri" pitchFamily="34" charset="-120"/>
                        </a:rPr>
                        <a:t>7</a:t>
                      </a:r>
                      <a:endParaRPr lang="en-US" sz="1500" dirty="0">
                        <a:latin typeface="Calibri" charset="0"/>
                        <a:ea typeface="Calibri" charset="0"/>
                        <a:cs typeface="Calibri" charset="0"/>
                      </a:endParaRPr>
                    </a:p>
                  </a:txBody>
                  <a:tcPr marL="128016" marR="128016" marT="54864" marB="54864" anchor="ctr">
                    <a:lnL w="12700" cap="flat" cmpd="sng" algn="ctr">
                      <a:solidFill>
                        <a:srgbClr val="D5DEE9"/>
                      </a:solidFill>
                      <a:prstDash val="solid"/>
                      <a:round/>
                      <a:headEnd type="none" w="med" len="med"/>
                      <a:tailEnd type="none" w="med" len="med"/>
                    </a:lnL>
                    <a:lnR w="12700" cap="flat" cmpd="sng" algn="ctr">
                      <a:solidFill>
                        <a:srgbClr val="D5DEE9"/>
                      </a:solidFill>
                      <a:prstDash val="solid"/>
                      <a:round/>
                      <a:headEnd type="none" w="med" len="med"/>
                      <a:tailEnd type="none" w="med" len="med"/>
                    </a:lnR>
                    <a:lnT w="12700" cap="flat" cmpd="sng" algn="ctr">
                      <a:solidFill>
                        <a:srgbClr val="D5DEE9"/>
                      </a:solidFill>
                      <a:prstDash val="solid"/>
                      <a:round/>
                      <a:headEnd type="none" w="med" len="med"/>
                      <a:tailEnd type="none" w="med" len="med"/>
                    </a:lnT>
                    <a:lnB w="12700" cap="flat" cmpd="sng" algn="ctr">
                      <a:solidFill>
                        <a:srgbClr val="D5DEE9"/>
                      </a:solidFill>
                      <a:prstDash val="solid"/>
                      <a:round/>
                      <a:headEnd type="none" w="med" len="med"/>
                      <a:tailEnd type="none" w="med" len="med"/>
                    </a:lnB>
                    <a:solidFill>
                      <a:srgbClr val="FFFFFF"/>
                    </a:solidFill>
                  </a:tcPr>
                </a:tc>
              </a:tr>
              <a:tr h="475488">
                <a:tc>
                  <a:txBody>
                    <a:bodyPr/>
                    <a:lstStyle/>
                    <a:p>
                      <a:pPr algn="l" indent="0" marL="0">
                        <a:buNone/>
                      </a:pPr>
                      <a:r>
                        <a:rPr lang="en-US" sz="1500" b="1" dirty="0">
                          <a:solidFill>
                            <a:srgbClr val="378ADD"/>
                          </a:solidFill>
                          <a:latin typeface="Calibri" pitchFamily="34" charset="0"/>
                          <a:ea typeface="Calibri" pitchFamily="34" charset="-122"/>
                          <a:cs typeface="Calibri" pitchFamily="34" charset="-120"/>
                        </a:rPr>
                        <a:t>3</a:t>
                      </a:r>
                      <a:endParaRPr lang="en-US" sz="1500" dirty="0">
                        <a:latin typeface="Calibri" charset="0"/>
                        <a:ea typeface="Calibri" charset="0"/>
                        <a:cs typeface="Calibri" charset="0"/>
                      </a:endParaRPr>
                    </a:p>
                  </a:txBody>
                  <a:tcPr marL="128016" marR="128016" marT="54864" marB="54864" anchor="ctr">
                    <a:lnL w="12700" cap="flat" cmpd="sng" algn="ctr">
                      <a:solidFill>
                        <a:srgbClr val="D5DEE9"/>
                      </a:solidFill>
                      <a:prstDash val="solid"/>
                      <a:round/>
                      <a:headEnd type="none" w="med" len="med"/>
                      <a:tailEnd type="none" w="med" len="med"/>
                    </a:lnL>
                    <a:lnR w="12700" cap="flat" cmpd="sng" algn="ctr">
                      <a:solidFill>
                        <a:srgbClr val="D5DEE9"/>
                      </a:solidFill>
                      <a:prstDash val="solid"/>
                      <a:round/>
                      <a:headEnd type="none" w="med" len="med"/>
                      <a:tailEnd type="none" w="med" len="med"/>
                    </a:lnR>
                    <a:lnT w="12700" cap="flat" cmpd="sng" algn="ctr">
                      <a:solidFill>
                        <a:srgbClr val="D5DEE9"/>
                      </a:solidFill>
                      <a:prstDash val="solid"/>
                      <a:round/>
                      <a:headEnd type="none" w="med" len="med"/>
                      <a:tailEnd type="none" w="med" len="med"/>
                    </a:lnT>
                    <a:lnB w="12700" cap="flat" cmpd="sng" algn="ctr">
                      <a:solidFill>
                        <a:srgbClr val="D5DEE9"/>
                      </a:solidFill>
                      <a:prstDash val="solid"/>
                      <a:round/>
                      <a:headEnd type="none" w="med" len="med"/>
                      <a:tailEnd type="none" w="med" len="med"/>
                    </a:lnB>
                    <a:solidFill>
                      <a:srgbClr val="EEF3F9"/>
                    </a:solidFill>
                  </a:tcPr>
                </a:tc>
                <a:tc>
                  <a:txBody>
                    <a:bodyPr/>
                    <a:lstStyle/>
                    <a:p>
                      <a:pPr algn="l" indent="0" marL="0">
                        <a:buNone/>
                      </a:pPr>
                      <a:r>
                        <a:rPr lang="en-US" sz="1500" dirty="0">
                          <a:solidFill>
                            <a:srgbClr val="11182B"/>
                          </a:solidFill>
                          <a:latin typeface="Calibri" pitchFamily="34" charset="0"/>
                          <a:ea typeface="Calibri" pitchFamily="34" charset="-122"/>
                          <a:cs typeface="Calibri" pitchFamily="34" charset="-120"/>
                        </a:rPr>
                        <a:t>140 bpm</a:t>
                      </a:r>
                      <a:endParaRPr lang="en-US" sz="1500" dirty="0">
                        <a:latin typeface="Calibri" charset="0"/>
                        <a:ea typeface="Calibri" charset="0"/>
                        <a:cs typeface="Calibri" charset="0"/>
                      </a:endParaRPr>
                    </a:p>
                  </a:txBody>
                  <a:tcPr marL="128016" marR="128016" marT="54864" marB="54864" anchor="ctr">
                    <a:lnL w="12700" cap="flat" cmpd="sng" algn="ctr">
                      <a:solidFill>
                        <a:srgbClr val="D5DEE9"/>
                      </a:solidFill>
                      <a:prstDash val="solid"/>
                      <a:round/>
                      <a:headEnd type="none" w="med" len="med"/>
                      <a:tailEnd type="none" w="med" len="med"/>
                    </a:lnL>
                    <a:lnR w="12700" cap="flat" cmpd="sng" algn="ctr">
                      <a:solidFill>
                        <a:srgbClr val="D5DEE9"/>
                      </a:solidFill>
                      <a:prstDash val="solid"/>
                      <a:round/>
                      <a:headEnd type="none" w="med" len="med"/>
                      <a:tailEnd type="none" w="med" len="med"/>
                    </a:lnR>
                    <a:lnT w="12700" cap="flat" cmpd="sng" algn="ctr">
                      <a:solidFill>
                        <a:srgbClr val="D5DEE9"/>
                      </a:solidFill>
                      <a:prstDash val="solid"/>
                      <a:round/>
                      <a:headEnd type="none" w="med" len="med"/>
                      <a:tailEnd type="none" w="med" len="med"/>
                    </a:lnT>
                    <a:lnB w="12700" cap="flat" cmpd="sng" algn="ctr">
                      <a:solidFill>
                        <a:srgbClr val="D5DEE9"/>
                      </a:solidFill>
                      <a:prstDash val="solid"/>
                      <a:round/>
                      <a:headEnd type="none" w="med" len="med"/>
                      <a:tailEnd type="none" w="med" len="med"/>
                    </a:lnB>
                    <a:solidFill>
                      <a:srgbClr val="EEF3F9"/>
                    </a:solidFill>
                  </a:tcPr>
                </a:tc>
                <a:tc>
                  <a:txBody>
                    <a:bodyPr/>
                    <a:lstStyle/>
                    <a:p>
                      <a:pPr algn="l" indent="0" marL="0">
                        <a:buNone/>
                      </a:pPr>
                      <a:r>
                        <a:rPr lang="en-US" sz="1500" dirty="0">
                          <a:solidFill>
                            <a:srgbClr val="11182B"/>
                          </a:solidFill>
                          <a:latin typeface="Calibri" pitchFamily="34" charset="0"/>
                          <a:ea typeface="Calibri" pitchFamily="34" charset="-122"/>
                          <a:cs typeface="Calibri" pitchFamily="34" charset="-120"/>
                        </a:rPr>
                        <a:t>13.7 s</a:t>
                      </a:r>
                      <a:endParaRPr lang="en-US" sz="1500" dirty="0">
                        <a:latin typeface="Calibri" charset="0"/>
                        <a:ea typeface="Calibri" charset="0"/>
                        <a:cs typeface="Calibri" charset="0"/>
                      </a:endParaRPr>
                    </a:p>
                  </a:txBody>
                  <a:tcPr marL="128016" marR="128016" marT="54864" marB="54864" anchor="ctr">
                    <a:lnL w="12700" cap="flat" cmpd="sng" algn="ctr">
                      <a:solidFill>
                        <a:srgbClr val="D5DEE9"/>
                      </a:solidFill>
                      <a:prstDash val="solid"/>
                      <a:round/>
                      <a:headEnd type="none" w="med" len="med"/>
                      <a:tailEnd type="none" w="med" len="med"/>
                    </a:lnL>
                    <a:lnR w="12700" cap="flat" cmpd="sng" algn="ctr">
                      <a:solidFill>
                        <a:srgbClr val="D5DEE9"/>
                      </a:solidFill>
                      <a:prstDash val="solid"/>
                      <a:round/>
                      <a:headEnd type="none" w="med" len="med"/>
                      <a:tailEnd type="none" w="med" len="med"/>
                    </a:lnR>
                    <a:lnT w="12700" cap="flat" cmpd="sng" algn="ctr">
                      <a:solidFill>
                        <a:srgbClr val="D5DEE9"/>
                      </a:solidFill>
                      <a:prstDash val="solid"/>
                      <a:round/>
                      <a:headEnd type="none" w="med" len="med"/>
                      <a:tailEnd type="none" w="med" len="med"/>
                    </a:lnT>
                    <a:lnB w="12700" cap="flat" cmpd="sng" algn="ctr">
                      <a:solidFill>
                        <a:srgbClr val="D5DEE9"/>
                      </a:solidFill>
                      <a:prstDash val="solid"/>
                      <a:round/>
                      <a:headEnd type="none" w="med" len="med"/>
                      <a:tailEnd type="none" w="med" len="med"/>
                    </a:lnB>
                    <a:solidFill>
                      <a:srgbClr val="EEF3F9"/>
                    </a:solidFill>
                  </a:tcPr>
                </a:tc>
                <a:tc>
                  <a:txBody>
                    <a:bodyPr/>
                    <a:lstStyle/>
                    <a:p>
                      <a:pPr algn="l" indent="0" marL="0">
                        <a:buNone/>
                      </a:pPr>
                      <a:r>
                        <a:rPr lang="en-US" sz="1500" dirty="0">
                          <a:solidFill>
                            <a:srgbClr val="11182B"/>
                          </a:solidFill>
                          <a:latin typeface="Calibri" pitchFamily="34" charset="0"/>
                          <a:ea typeface="Calibri" pitchFamily="34" charset="-122"/>
                          <a:cs typeface="Calibri" pitchFamily="34" charset="-120"/>
                        </a:rPr>
                        <a:t>2.33</a:t>
                      </a:r>
                      <a:endParaRPr lang="en-US" sz="1500" dirty="0">
                        <a:latin typeface="Calibri" charset="0"/>
                        <a:ea typeface="Calibri" charset="0"/>
                        <a:cs typeface="Calibri" charset="0"/>
                      </a:endParaRPr>
                    </a:p>
                  </a:txBody>
                  <a:tcPr marL="128016" marR="128016" marT="54864" marB="54864" anchor="ctr">
                    <a:lnL w="12700" cap="flat" cmpd="sng" algn="ctr">
                      <a:solidFill>
                        <a:srgbClr val="D5DEE9"/>
                      </a:solidFill>
                      <a:prstDash val="solid"/>
                      <a:round/>
                      <a:headEnd type="none" w="med" len="med"/>
                      <a:tailEnd type="none" w="med" len="med"/>
                    </a:lnL>
                    <a:lnR w="12700" cap="flat" cmpd="sng" algn="ctr">
                      <a:solidFill>
                        <a:srgbClr val="D5DEE9"/>
                      </a:solidFill>
                      <a:prstDash val="solid"/>
                      <a:round/>
                      <a:headEnd type="none" w="med" len="med"/>
                      <a:tailEnd type="none" w="med" len="med"/>
                    </a:lnR>
                    <a:lnT w="12700" cap="flat" cmpd="sng" algn="ctr">
                      <a:solidFill>
                        <a:srgbClr val="D5DEE9"/>
                      </a:solidFill>
                      <a:prstDash val="solid"/>
                      <a:round/>
                      <a:headEnd type="none" w="med" len="med"/>
                      <a:tailEnd type="none" w="med" len="med"/>
                    </a:lnT>
                    <a:lnB w="12700" cap="flat" cmpd="sng" algn="ctr">
                      <a:solidFill>
                        <a:srgbClr val="D5DEE9"/>
                      </a:solidFill>
                      <a:prstDash val="solid"/>
                      <a:round/>
                      <a:headEnd type="none" w="med" len="med"/>
                      <a:tailEnd type="none" w="med" len="med"/>
                    </a:lnB>
                    <a:solidFill>
                      <a:srgbClr val="EEF3F9"/>
                    </a:solidFill>
                  </a:tcPr>
                </a:tc>
                <a:tc>
                  <a:txBody>
                    <a:bodyPr/>
                    <a:lstStyle/>
                    <a:p>
                      <a:pPr algn="l" indent="0" marL="0">
                        <a:buNone/>
                      </a:pPr>
                      <a:r>
                        <a:rPr lang="en-US" sz="1500" dirty="0">
                          <a:solidFill>
                            <a:srgbClr val="11182B"/>
                          </a:solidFill>
                          <a:latin typeface="Calibri" pitchFamily="34" charset="0"/>
                          <a:ea typeface="Calibri" pitchFamily="34" charset="-122"/>
                          <a:cs typeface="Calibri" pitchFamily="34" charset="-120"/>
                        </a:rPr>
                        <a:t>6</a:t>
                      </a:r>
                      <a:endParaRPr lang="en-US" sz="1500" dirty="0">
                        <a:latin typeface="Calibri" charset="0"/>
                        <a:ea typeface="Calibri" charset="0"/>
                        <a:cs typeface="Calibri" charset="0"/>
                      </a:endParaRPr>
                    </a:p>
                  </a:txBody>
                  <a:tcPr marL="128016" marR="128016" marT="54864" marB="54864" anchor="ctr">
                    <a:lnL w="12700" cap="flat" cmpd="sng" algn="ctr">
                      <a:solidFill>
                        <a:srgbClr val="D5DEE9"/>
                      </a:solidFill>
                      <a:prstDash val="solid"/>
                      <a:round/>
                      <a:headEnd type="none" w="med" len="med"/>
                      <a:tailEnd type="none" w="med" len="med"/>
                    </a:lnL>
                    <a:lnR w="12700" cap="flat" cmpd="sng" algn="ctr">
                      <a:solidFill>
                        <a:srgbClr val="D5DEE9"/>
                      </a:solidFill>
                      <a:prstDash val="solid"/>
                      <a:round/>
                      <a:headEnd type="none" w="med" len="med"/>
                      <a:tailEnd type="none" w="med" len="med"/>
                    </a:lnR>
                    <a:lnT w="12700" cap="flat" cmpd="sng" algn="ctr">
                      <a:solidFill>
                        <a:srgbClr val="D5DEE9"/>
                      </a:solidFill>
                      <a:prstDash val="solid"/>
                      <a:round/>
                      <a:headEnd type="none" w="med" len="med"/>
                      <a:tailEnd type="none" w="med" len="med"/>
                    </a:lnT>
                    <a:lnB w="12700" cap="flat" cmpd="sng" algn="ctr">
                      <a:solidFill>
                        <a:srgbClr val="D5DEE9"/>
                      </a:solidFill>
                      <a:prstDash val="solid"/>
                      <a:round/>
                      <a:headEnd type="none" w="med" len="med"/>
                      <a:tailEnd type="none" w="med" len="med"/>
                    </a:lnB>
                    <a:solidFill>
                      <a:srgbClr val="EEF3F9"/>
                    </a:solidFill>
                  </a:tcPr>
                </a:tc>
              </a:tr>
              <a:tr h="475488">
                <a:tc>
                  <a:txBody>
                    <a:bodyPr/>
                    <a:lstStyle/>
                    <a:p>
                      <a:pPr algn="l" indent="0" marL="0">
                        <a:buNone/>
                      </a:pPr>
                      <a:r>
                        <a:rPr lang="en-US" sz="1500" b="1" dirty="0">
                          <a:solidFill>
                            <a:srgbClr val="378ADD"/>
                          </a:solidFill>
                          <a:latin typeface="Calibri" pitchFamily="34" charset="0"/>
                          <a:ea typeface="Calibri" pitchFamily="34" charset="-122"/>
                          <a:cs typeface="Calibri" pitchFamily="34" charset="-120"/>
                        </a:rPr>
                        <a:t>4</a:t>
                      </a:r>
                      <a:endParaRPr lang="en-US" sz="1500" dirty="0">
                        <a:latin typeface="Calibri" charset="0"/>
                        <a:ea typeface="Calibri" charset="0"/>
                        <a:cs typeface="Calibri" charset="0"/>
                      </a:endParaRPr>
                    </a:p>
                  </a:txBody>
                  <a:tcPr marL="128016" marR="128016" marT="54864" marB="54864" anchor="ctr">
                    <a:lnL w="12700" cap="flat" cmpd="sng" algn="ctr">
                      <a:solidFill>
                        <a:srgbClr val="D5DEE9"/>
                      </a:solidFill>
                      <a:prstDash val="solid"/>
                      <a:round/>
                      <a:headEnd type="none" w="med" len="med"/>
                      <a:tailEnd type="none" w="med" len="med"/>
                    </a:lnL>
                    <a:lnR w="12700" cap="flat" cmpd="sng" algn="ctr">
                      <a:solidFill>
                        <a:srgbClr val="D5DEE9"/>
                      </a:solidFill>
                      <a:prstDash val="solid"/>
                      <a:round/>
                      <a:headEnd type="none" w="med" len="med"/>
                      <a:tailEnd type="none" w="med" len="med"/>
                    </a:lnR>
                    <a:lnT w="12700" cap="flat" cmpd="sng" algn="ctr">
                      <a:solidFill>
                        <a:srgbClr val="D5DEE9"/>
                      </a:solidFill>
                      <a:prstDash val="solid"/>
                      <a:round/>
                      <a:headEnd type="none" w="med" len="med"/>
                      <a:tailEnd type="none" w="med" len="med"/>
                    </a:lnT>
                    <a:lnB w="12700" cap="flat" cmpd="sng" algn="ctr">
                      <a:solidFill>
                        <a:srgbClr val="D5DEE9"/>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1182B"/>
                          </a:solidFill>
                          <a:latin typeface="Calibri" pitchFamily="34" charset="0"/>
                          <a:ea typeface="Calibri" pitchFamily="34" charset="-122"/>
                          <a:cs typeface="Calibri" pitchFamily="34" charset="-120"/>
                        </a:rPr>
                        <a:t>170 bpm</a:t>
                      </a:r>
                      <a:endParaRPr lang="en-US" sz="1500" dirty="0">
                        <a:latin typeface="Calibri" charset="0"/>
                        <a:ea typeface="Calibri" charset="0"/>
                        <a:cs typeface="Calibri" charset="0"/>
                      </a:endParaRPr>
                    </a:p>
                  </a:txBody>
                  <a:tcPr marL="128016" marR="128016" marT="54864" marB="54864" anchor="ctr">
                    <a:lnL w="12700" cap="flat" cmpd="sng" algn="ctr">
                      <a:solidFill>
                        <a:srgbClr val="D5DEE9"/>
                      </a:solidFill>
                      <a:prstDash val="solid"/>
                      <a:round/>
                      <a:headEnd type="none" w="med" len="med"/>
                      <a:tailEnd type="none" w="med" len="med"/>
                    </a:lnL>
                    <a:lnR w="12700" cap="flat" cmpd="sng" algn="ctr">
                      <a:solidFill>
                        <a:srgbClr val="D5DEE9"/>
                      </a:solidFill>
                      <a:prstDash val="solid"/>
                      <a:round/>
                      <a:headEnd type="none" w="med" len="med"/>
                      <a:tailEnd type="none" w="med" len="med"/>
                    </a:lnR>
                    <a:lnT w="12700" cap="flat" cmpd="sng" algn="ctr">
                      <a:solidFill>
                        <a:srgbClr val="D5DEE9"/>
                      </a:solidFill>
                      <a:prstDash val="solid"/>
                      <a:round/>
                      <a:headEnd type="none" w="med" len="med"/>
                      <a:tailEnd type="none" w="med" len="med"/>
                    </a:lnT>
                    <a:lnB w="12700" cap="flat" cmpd="sng" algn="ctr">
                      <a:solidFill>
                        <a:srgbClr val="D5DEE9"/>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1182B"/>
                          </a:solidFill>
                          <a:latin typeface="Calibri" pitchFamily="34" charset="0"/>
                          <a:ea typeface="Calibri" pitchFamily="34" charset="-122"/>
                          <a:cs typeface="Calibri" pitchFamily="34" charset="-120"/>
                        </a:rPr>
                        <a:t>11.3 s</a:t>
                      </a:r>
                      <a:endParaRPr lang="en-US" sz="1500" dirty="0">
                        <a:latin typeface="Calibri" charset="0"/>
                        <a:ea typeface="Calibri" charset="0"/>
                        <a:cs typeface="Calibri" charset="0"/>
                      </a:endParaRPr>
                    </a:p>
                  </a:txBody>
                  <a:tcPr marL="128016" marR="128016" marT="54864" marB="54864" anchor="ctr">
                    <a:lnL w="12700" cap="flat" cmpd="sng" algn="ctr">
                      <a:solidFill>
                        <a:srgbClr val="D5DEE9"/>
                      </a:solidFill>
                      <a:prstDash val="solid"/>
                      <a:round/>
                      <a:headEnd type="none" w="med" len="med"/>
                      <a:tailEnd type="none" w="med" len="med"/>
                    </a:lnL>
                    <a:lnR w="12700" cap="flat" cmpd="sng" algn="ctr">
                      <a:solidFill>
                        <a:srgbClr val="D5DEE9"/>
                      </a:solidFill>
                      <a:prstDash val="solid"/>
                      <a:round/>
                      <a:headEnd type="none" w="med" len="med"/>
                      <a:tailEnd type="none" w="med" len="med"/>
                    </a:lnR>
                    <a:lnT w="12700" cap="flat" cmpd="sng" algn="ctr">
                      <a:solidFill>
                        <a:srgbClr val="D5DEE9"/>
                      </a:solidFill>
                      <a:prstDash val="solid"/>
                      <a:round/>
                      <a:headEnd type="none" w="med" len="med"/>
                      <a:tailEnd type="none" w="med" len="med"/>
                    </a:lnT>
                    <a:lnB w="12700" cap="flat" cmpd="sng" algn="ctr">
                      <a:solidFill>
                        <a:srgbClr val="D5DEE9"/>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1182B"/>
                          </a:solidFill>
                          <a:latin typeface="Calibri" pitchFamily="34" charset="0"/>
                          <a:ea typeface="Calibri" pitchFamily="34" charset="-122"/>
                          <a:cs typeface="Calibri" pitchFamily="34" charset="-120"/>
                        </a:rPr>
                        <a:t>2.83</a:t>
                      </a:r>
                      <a:endParaRPr lang="en-US" sz="1500" dirty="0">
                        <a:latin typeface="Calibri" charset="0"/>
                        <a:ea typeface="Calibri" charset="0"/>
                        <a:cs typeface="Calibri" charset="0"/>
                      </a:endParaRPr>
                    </a:p>
                  </a:txBody>
                  <a:tcPr marL="128016" marR="128016" marT="54864" marB="54864" anchor="ctr">
                    <a:lnL w="12700" cap="flat" cmpd="sng" algn="ctr">
                      <a:solidFill>
                        <a:srgbClr val="D5DEE9"/>
                      </a:solidFill>
                      <a:prstDash val="solid"/>
                      <a:round/>
                      <a:headEnd type="none" w="med" len="med"/>
                      <a:tailEnd type="none" w="med" len="med"/>
                    </a:lnL>
                    <a:lnR w="12700" cap="flat" cmpd="sng" algn="ctr">
                      <a:solidFill>
                        <a:srgbClr val="D5DEE9"/>
                      </a:solidFill>
                      <a:prstDash val="solid"/>
                      <a:round/>
                      <a:headEnd type="none" w="med" len="med"/>
                      <a:tailEnd type="none" w="med" len="med"/>
                    </a:lnR>
                    <a:lnT w="12700" cap="flat" cmpd="sng" algn="ctr">
                      <a:solidFill>
                        <a:srgbClr val="D5DEE9"/>
                      </a:solidFill>
                      <a:prstDash val="solid"/>
                      <a:round/>
                      <a:headEnd type="none" w="med" len="med"/>
                      <a:tailEnd type="none" w="med" len="med"/>
                    </a:lnT>
                    <a:lnB w="12700" cap="flat" cmpd="sng" algn="ctr">
                      <a:solidFill>
                        <a:srgbClr val="D5DEE9"/>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1182B"/>
                          </a:solidFill>
                          <a:latin typeface="Calibri" pitchFamily="34" charset="0"/>
                          <a:ea typeface="Calibri" pitchFamily="34" charset="-122"/>
                          <a:cs typeface="Calibri" pitchFamily="34" charset="-120"/>
                        </a:rPr>
                        <a:t>8</a:t>
                      </a:r>
                      <a:endParaRPr lang="en-US" sz="1500" dirty="0">
                        <a:latin typeface="Calibri" charset="0"/>
                        <a:ea typeface="Calibri" charset="0"/>
                        <a:cs typeface="Calibri" charset="0"/>
                      </a:endParaRPr>
                    </a:p>
                  </a:txBody>
                  <a:tcPr marL="128016" marR="128016" marT="54864" marB="54864" anchor="ctr">
                    <a:lnL w="12700" cap="flat" cmpd="sng" algn="ctr">
                      <a:solidFill>
                        <a:srgbClr val="D5DEE9"/>
                      </a:solidFill>
                      <a:prstDash val="solid"/>
                      <a:round/>
                      <a:headEnd type="none" w="med" len="med"/>
                      <a:tailEnd type="none" w="med" len="med"/>
                    </a:lnL>
                    <a:lnR w="12700" cap="flat" cmpd="sng" algn="ctr">
                      <a:solidFill>
                        <a:srgbClr val="D5DEE9"/>
                      </a:solidFill>
                      <a:prstDash val="solid"/>
                      <a:round/>
                      <a:headEnd type="none" w="med" len="med"/>
                      <a:tailEnd type="none" w="med" len="med"/>
                    </a:lnR>
                    <a:lnT w="12700" cap="flat" cmpd="sng" algn="ctr">
                      <a:solidFill>
                        <a:srgbClr val="D5DEE9"/>
                      </a:solidFill>
                      <a:prstDash val="solid"/>
                      <a:round/>
                      <a:headEnd type="none" w="med" len="med"/>
                      <a:tailEnd type="none" w="med" len="med"/>
                    </a:lnT>
                    <a:lnB w="12700" cap="flat" cmpd="sng" algn="ctr">
                      <a:solidFill>
                        <a:srgbClr val="D5DEE9"/>
                      </a:solidFill>
                      <a:prstDash val="solid"/>
                      <a:round/>
                      <a:headEnd type="none" w="med" len="med"/>
                      <a:tailEnd type="none" w="med" len="med"/>
                    </a:lnB>
                    <a:solidFill>
                      <a:srgbClr val="FFFFFF"/>
                    </a:solidFill>
                  </a:tcPr>
                </a:tc>
              </a:tr>
              <a:tr h="475488">
                <a:tc>
                  <a:txBody>
                    <a:bodyPr/>
                    <a:lstStyle/>
                    <a:p>
                      <a:pPr algn="l" indent="0" marL="0">
                        <a:buNone/>
                      </a:pPr>
                      <a:r>
                        <a:rPr lang="en-US" sz="1500" b="1" dirty="0">
                          <a:solidFill>
                            <a:srgbClr val="378ADD"/>
                          </a:solidFill>
                          <a:latin typeface="Calibri" pitchFamily="34" charset="0"/>
                          <a:ea typeface="Calibri" pitchFamily="34" charset="-122"/>
                          <a:cs typeface="Calibri" pitchFamily="34" charset="-120"/>
                        </a:rPr>
                        <a:t>5</a:t>
                      </a:r>
                      <a:endParaRPr lang="en-US" sz="1500" dirty="0">
                        <a:latin typeface="Calibri" charset="0"/>
                        <a:ea typeface="Calibri" charset="0"/>
                        <a:cs typeface="Calibri" charset="0"/>
                      </a:endParaRPr>
                    </a:p>
                  </a:txBody>
                  <a:tcPr marL="128016" marR="128016" marT="54864" marB="54864" anchor="ctr">
                    <a:lnL w="12700" cap="flat" cmpd="sng" algn="ctr">
                      <a:solidFill>
                        <a:srgbClr val="D5DEE9"/>
                      </a:solidFill>
                      <a:prstDash val="solid"/>
                      <a:round/>
                      <a:headEnd type="none" w="med" len="med"/>
                      <a:tailEnd type="none" w="med" len="med"/>
                    </a:lnL>
                    <a:lnR w="12700" cap="flat" cmpd="sng" algn="ctr">
                      <a:solidFill>
                        <a:srgbClr val="D5DEE9"/>
                      </a:solidFill>
                      <a:prstDash val="solid"/>
                      <a:round/>
                      <a:headEnd type="none" w="med" len="med"/>
                      <a:tailEnd type="none" w="med" len="med"/>
                    </a:lnR>
                    <a:lnT w="12700" cap="flat" cmpd="sng" algn="ctr">
                      <a:solidFill>
                        <a:srgbClr val="D5DEE9"/>
                      </a:solidFill>
                      <a:prstDash val="solid"/>
                      <a:round/>
                      <a:headEnd type="none" w="med" len="med"/>
                      <a:tailEnd type="none" w="med" len="med"/>
                    </a:lnT>
                    <a:lnB w="12700" cap="flat" cmpd="sng" algn="ctr">
                      <a:solidFill>
                        <a:srgbClr val="D5DEE9"/>
                      </a:solidFill>
                      <a:prstDash val="solid"/>
                      <a:round/>
                      <a:headEnd type="none" w="med" len="med"/>
                      <a:tailEnd type="none" w="med" len="med"/>
                    </a:lnB>
                    <a:solidFill>
                      <a:srgbClr val="EEF3F9"/>
                    </a:solidFill>
                  </a:tcPr>
                </a:tc>
                <a:tc>
                  <a:txBody>
                    <a:bodyPr/>
                    <a:lstStyle/>
                    <a:p>
                      <a:pPr algn="l" indent="0" marL="0">
                        <a:buNone/>
                      </a:pPr>
                      <a:r>
                        <a:rPr lang="en-US" sz="1500" dirty="0">
                          <a:solidFill>
                            <a:srgbClr val="11182B"/>
                          </a:solidFill>
                          <a:latin typeface="Calibri" pitchFamily="34" charset="0"/>
                          <a:ea typeface="Calibri" pitchFamily="34" charset="-122"/>
                          <a:cs typeface="Calibri" pitchFamily="34" charset="-120"/>
                        </a:rPr>
                        <a:t>200 bpm</a:t>
                      </a:r>
                      <a:endParaRPr lang="en-US" sz="1500" dirty="0">
                        <a:latin typeface="Calibri" charset="0"/>
                        <a:ea typeface="Calibri" charset="0"/>
                        <a:cs typeface="Calibri" charset="0"/>
                      </a:endParaRPr>
                    </a:p>
                  </a:txBody>
                  <a:tcPr marL="128016" marR="128016" marT="54864" marB="54864" anchor="ctr">
                    <a:lnL w="12700" cap="flat" cmpd="sng" algn="ctr">
                      <a:solidFill>
                        <a:srgbClr val="D5DEE9"/>
                      </a:solidFill>
                      <a:prstDash val="solid"/>
                      <a:round/>
                      <a:headEnd type="none" w="med" len="med"/>
                      <a:tailEnd type="none" w="med" len="med"/>
                    </a:lnL>
                    <a:lnR w="12700" cap="flat" cmpd="sng" algn="ctr">
                      <a:solidFill>
                        <a:srgbClr val="D5DEE9"/>
                      </a:solidFill>
                      <a:prstDash val="solid"/>
                      <a:round/>
                      <a:headEnd type="none" w="med" len="med"/>
                      <a:tailEnd type="none" w="med" len="med"/>
                    </a:lnR>
                    <a:lnT w="12700" cap="flat" cmpd="sng" algn="ctr">
                      <a:solidFill>
                        <a:srgbClr val="D5DEE9"/>
                      </a:solidFill>
                      <a:prstDash val="solid"/>
                      <a:round/>
                      <a:headEnd type="none" w="med" len="med"/>
                      <a:tailEnd type="none" w="med" len="med"/>
                    </a:lnT>
                    <a:lnB w="12700" cap="flat" cmpd="sng" algn="ctr">
                      <a:solidFill>
                        <a:srgbClr val="D5DEE9"/>
                      </a:solidFill>
                      <a:prstDash val="solid"/>
                      <a:round/>
                      <a:headEnd type="none" w="med" len="med"/>
                      <a:tailEnd type="none" w="med" len="med"/>
                    </a:lnB>
                    <a:solidFill>
                      <a:srgbClr val="EEF3F9"/>
                    </a:solidFill>
                  </a:tcPr>
                </a:tc>
                <a:tc>
                  <a:txBody>
                    <a:bodyPr/>
                    <a:lstStyle/>
                    <a:p>
                      <a:pPr algn="l" indent="0" marL="0">
                        <a:buNone/>
                      </a:pPr>
                      <a:r>
                        <a:rPr lang="en-US" sz="1500" dirty="0">
                          <a:solidFill>
                            <a:srgbClr val="11182B"/>
                          </a:solidFill>
                          <a:latin typeface="Calibri" pitchFamily="34" charset="0"/>
                          <a:ea typeface="Calibri" pitchFamily="34" charset="-122"/>
                          <a:cs typeface="Calibri" pitchFamily="34" charset="-120"/>
                        </a:rPr>
                        <a:t>9.6 s</a:t>
                      </a:r>
                      <a:endParaRPr lang="en-US" sz="1500" dirty="0">
                        <a:latin typeface="Calibri" charset="0"/>
                        <a:ea typeface="Calibri" charset="0"/>
                        <a:cs typeface="Calibri" charset="0"/>
                      </a:endParaRPr>
                    </a:p>
                  </a:txBody>
                  <a:tcPr marL="128016" marR="128016" marT="54864" marB="54864" anchor="ctr">
                    <a:lnL w="12700" cap="flat" cmpd="sng" algn="ctr">
                      <a:solidFill>
                        <a:srgbClr val="D5DEE9"/>
                      </a:solidFill>
                      <a:prstDash val="solid"/>
                      <a:round/>
                      <a:headEnd type="none" w="med" len="med"/>
                      <a:tailEnd type="none" w="med" len="med"/>
                    </a:lnL>
                    <a:lnR w="12700" cap="flat" cmpd="sng" algn="ctr">
                      <a:solidFill>
                        <a:srgbClr val="D5DEE9"/>
                      </a:solidFill>
                      <a:prstDash val="solid"/>
                      <a:round/>
                      <a:headEnd type="none" w="med" len="med"/>
                      <a:tailEnd type="none" w="med" len="med"/>
                    </a:lnR>
                    <a:lnT w="12700" cap="flat" cmpd="sng" algn="ctr">
                      <a:solidFill>
                        <a:srgbClr val="D5DEE9"/>
                      </a:solidFill>
                      <a:prstDash val="solid"/>
                      <a:round/>
                      <a:headEnd type="none" w="med" len="med"/>
                      <a:tailEnd type="none" w="med" len="med"/>
                    </a:lnT>
                    <a:lnB w="12700" cap="flat" cmpd="sng" algn="ctr">
                      <a:solidFill>
                        <a:srgbClr val="D5DEE9"/>
                      </a:solidFill>
                      <a:prstDash val="solid"/>
                      <a:round/>
                      <a:headEnd type="none" w="med" len="med"/>
                      <a:tailEnd type="none" w="med" len="med"/>
                    </a:lnB>
                    <a:solidFill>
                      <a:srgbClr val="EEF3F9"/>
                    </a:solidFill>
                  </a:tcPr>
                </a:tc>
                <a:tc>
                  <a:txBody>
                    <a:bodyPr/>
                    <a:lstStyle/>
                    <a:p>
                      <a:pPr algn="l" indent="0" marL="0">
                        <a:buNone/>
                      </a:pPr>
                      <a:r>
                        <a:rPr lang="en-US" sz="1500" dirty="0">
                          <a:solidFill>
                            <a:srgbClr val="11182B"/>
                          </a:solidFill>
                          <a:latin typeface="Calibri" pitchFamily="34" charset="0"/>
                          <a:ea typeface="Calibri" pitchFamily="34" charset="-122"/>
                          <a:cs typeface="Calibri" pitchFamily="34" charset="-120"/>
                        </a:rPr>
                        <a:t>3.33</a:t>
                      </a:r>
                      <a:endParaRPr lang="en-US" sz="1500" dirty="0">
                        <a:latin typeface="Calibri" charset="0"/>
                        <a:ea typeface="Calibri" charset="0"/>
                        <a:cs typeface="Calibri" charset="0"/>
                      </a:endParaRPr>
                    </a:p>
                  </a:txBody>
                  <a:tcPr marL="128016" marR="128016" marT="54864" marB="54864" anchor="ctr">
                    <a:lnL w="12700" cap="flat" cmpd="sng" algn="ctr">
                      <a:solidFill>
                        <a:srgbClr val="D5DEE9"/>
                      </a:solidFill>
                      <a:prstDash val="solid"/>
                      <a:round/>
                      <a:headEnd type="none" w="med" len="med"/>
                      <a:tailEnd type="none" w="med" len="med"/>
                    </a:lnL>
                    <a:lnR w="12700" cap="flat" cmpd="sng" algn="ctr">
                      <a:solidFill>
                        <a:srgbClr val="D5DEE9"/>
                      </a:solidFill>
                      <a:prstDash val="solid"/>
                      <a:round/>
                      <a:headEnd type="none" w="med" len="med"/>
                      <a:tailEnd type="none" w="med" len="med"/>
                    </a:lnR>
                    <a:lnT w="12700" cap="flat" cmpd="sng" algn="ctr">
                      <a:solidFill>
                        <a:srgbClr val="D5DEE9"/>
                      </a:solidFill>
                      <a:prstDash val="solid"/>
                      <a:round/>
                      <a:headEnd type="none" w="med" len="med"/>
                      <a:tailEnd type="none" w="med" len="med"/>
                    </a:lnT>
                    <a:lnB w="12700" cap="flat" cmpd="sng" algn="ctr">
                      <a:solidFill>
                        <a:srgbClr val="D5DEE9"/>
                      </a:solidFill>
                      <a:prstDash val="solid"/>
                      <a:round/>
                      <a:headEnd type="none" w="med" len="med"/>
                      <a:tailEnd type="none" w="med" len="med"/>
                    </a:lnB>
                    <a:solidFill>
                      <a:srgbClr val="EEF3F9"/>
                    </a:solidFill>
                  </a:tcPr>
                </a:tc>
                <a:tc>
                  <a:txBody>
                    <a:bodyPr/>
                    <a:lstStyle/>
                    <a:p>
                      <a:pPr algn="l" indent="0" marL="0">
                        <a:buNone/>
                      </a:pPr>
                      <a:r>
                        <a:rPr lang="en-US" sz="1500" dirty="0">
                          <a:solidFill>
                            <a:srgbClr val="11182B"/>
                          </a:solidFill>
                          <a:latin typeface="Calibri" pitchFamily="34" charset="0"/>
                          <a:ea typeface="Calibri" pitchFamily="34" charset="-122"/>
                          <a:cs typeface="Calibri" pitchFamily="34" charset="-120"/>
                        </a:rPr>
                        <a:t>14</a:t>
                      </a:r>
                      <a:endParaRPr lang="en-US" sz="1500" dirty="0">
                        <a:latin typeface="Calibri" charset="0"/>
                        <a:ea typeface="Calibri" charset="0"/>
                        <a:cs typeface="Calibri" charset="0"/>
                      </a:endParaRPr>
                    </a:p>
                  </a:txBody>
                  <a:tcPr marL="128016" marR="128016" marT="54864" marB="54864" anchor="ctr">
                    <a:lnL w="12700" cap="flat" cmpd="sng" algn="ctr">
                      <a:solidFill>
                        <a:srgbClr val="D5DEE9"/>
                      </a:solidFill>
                      <a:prstDash val="solid"/>
                      <a:round/>
                      <a:headEnd type="none" w="med" len="med"/>
                      <a:tailEnd type="none" w="med" len="med"/>
                    </a:lnL>
                    <a:lnR w="12700" cap="flat" cmpd="sng" algn="ctr">
                      <a:solidFill>
                        <a:srgbClr val="D5DEE9"/>
                      </a:solidFill>
                      <a:prstDash val="solid"/>
                      <a:round/>
                      <a:headEnd type="none" w="med" len="med"/>
                      <a:tailEnd type="none" w="med" len="med"/>
                    </a:lnR>
                    <a:lnT w="12700" cap="flat" cmpd="sng" algn="ctr">
                      <a:solidFill>
                        <a:srgbClr val="D5DEE9"/>
                      </a:solidFill>
                      <a:prstDash val="solid"/>
                      <a:round/>
                      <a:headEnd type="none" w="med" len="med"/>
                      <a:tailEnd type="none" w="med" len="med"/>
                    </a:lnT>
                    <a:lnB w="12700" cap="flat" cmpd="sng" algn="ctr">
                      <a:solidFill>
                        <a:srgbClr val="D5DEE9"/>
                      </a:solidFill>
                      <a:prstDash val="solid"/>
                      <a:round/>
                      <a:headEnd type="none" w="med" len="med"/>
                      <a:tailEnd type="none" w="med" len="med"/>
                    </a:lnB>
                    <a:solidFill>
                      <a:srgbClr val="EEF3F9"/>
                    </a:solidFill>
                  </a:tcPr>
                </a:tc>
              </a:tr>
            </a:tbl>
          </a:graphicData>
        </a:graphic>
      </p:graphicFrame>
      <p:sp>
        <p:nvSpPr>
          <p:cNvPr id="4" name="level note card 1"/>
          <p:cNvSpPr/>
          <p:nvPr/>
        </p:nvSpPr>
        <p:spPr>
          <a:xfrm>
            <a:off x="7955280" y="1783080"/>
            <a:ext cx="3456432" cy="1737360"/>
          </a:xfrm>
          <a:prstGeom prst="roundRect">
            <a:avLst>
              <a:gd name="adj" fmla="val 4211"/>
            </a:avLst>
          </a:prstGeom>
          <a:solidFill>
            <a:schemeClr val="bg2"/>
          </a:solidFill>
          <a:ln w="9525">
            <a:solidFill>
              <a:schemeClr val="bg2"/>
            </a:solidFill>
            <a:prstDash val="solid"/>
          </a:ln>
          <a:effectLst>
            <a:outerShdw sx="100000" sy="100000" kx="0" ky="0" algn="bl" rotWithShape="0" blurRad="127000" dist="25400" dir="5400000">
              <a:srgbClr val="11182B">
                <a:alpha val="10000"/>
              </a:srgbClr>
            </a:outerShdw>
          </a:effectLst>
        </p:spPr>
      </p:sp>
      <p:sp>
        <p:nvSpPr>
          <p:cNvPr id="5" name="level note marker 1"/>
          <p:cNvSpPr/>
          <p:nvPr/>
        </p:nvSpPr>
        <p:spPr>
          <a:xfrm>
            <a:off x="8229600" y="2057400"/>
            <a:ext cx="182880" cy="182880"/>
          </a:xfrm>
          <a:prstGeom prst="roundRect">
            <a:avLst>
              <a:gd name="adj" fmla="val 15000"/>
            </a:avLst>
          </a:prstGeom>
          <a:solidFill>
            <a:schemeClr val="accent2"/>
          </a:solidFill>
          <a:ln w="6350">
            <a:solidFill>
              <a:schemeClr val="accent2"/>
            </a:solidFill>
            <a:prstDash val="solid"/>
          </a:ln>
        </p:spPr>
      </p:sp>
      <p:sp>
        <p:nvSpPr>
          <p:cNvPr id="6" name="level note text 1"/>
          <p:cNvSpPr txBox="1"/>
          <p:nvPr/>
        </p:nvSpPr>
        <p:spPr>
          <a:xfrm>
            <a:off x="8229600" y="2404872"/>
            <a:ext cx="2926080" cy="914400"/>
          </a:xfrm>
          <a:prstGeom prst="rect">
            <a:avLst/>
          </a:prstGeom>
          <a:noFill/>
          <a:ln/>
        </p:spPr>
        <p:txBody>
          <a:bodyPr wrap="square" lIns="0" tIns="0" rIns="0" bIns="0" rtlCol="0" anchor="t"/>
          <a:lstStyle/>
          <a:p>
            <a:pPr indent="0" marL="0">
              <a:lnSpc>
                <a:spcPct val="110000"/>
              </a:lnSpc>
              <a:buNone/>
            </a:pPr>
            <a:r>
              <a:rPr lang="en-US" sz="2000" b="1" dirty="0">
                <a:solidFill>
                  <a:schemeClr val="tx1"/>
                </a:solidFill>
              </a:rPr>
              <a:t>Level 1</a:t>
            </a:r>
            <a:endParaRPr lang="en-US" sz="2000" dirty="0"/>
          </a:p>
          <a:p>
            <a:pPr indent="0" marL="0">
              <a:lnSpc>
                <a:spcPct val="110000"/>
              </a:lnSpc>
              <a:buNone/>
            </a:pPr>
            <a:r>
              <a:rPr lang="en-US" sz="1400" dirty="0">
                <a:solidFill>
                  <a:schemeClr val="accent3"/>
                </a:solidFill>
              </a:rPr>
              <a:t>80 beats a minute. Slow and open, with room to breathe between the notes.</a:t>
            </a:r>
            <a:endParaRPr lang="en-US" sz="2000" dirty="0"/>
          </a:p>
        </p:txBody>
      </p:sp>
      <p:sp>
        <p:nvSpPr>
          <p:cNvPr id="7" name="level note card 2"/>
          <p:cNvSpPr/>
          <p:nvPr/>
        </p:nvSpPr>
        <p:spPr>
          <a:xfrm>
            <a:off x="7955280" y="3703320"/>
            <a:ext cx="3456432" cy="1737360"/>
          </a:xfrm>
          <a:prstGeom prst="roundRect">
            <a:avLst>
              <a:gd name="adj" fmla="val 4211"/>
            </a:avLst>
          </a:prstGeom>
          <a:solidFill>
            <a:schemeClr val="bg2"/>
          </a:solidFill>
          <a:ln w="9525">
            <a:solidFill>
              <a:schemeClr val="bg2"/>
            </a:solidFill>
            <a:prstDash val="solid"/>
          </a:ln>
          <a:effectLst>
            <a:outerShdw sx="100000" sy="100000" kx="0" ky="0" algn="bl" rotWithShape="0" blurRad="127000" dist="25400" dir="5400000">
              <a:srgbClr val="11182B">
                <a:alpha val="10000"/>
              </a:srgbClr>
            </a:outerShdw>
          </a:effectLst>
        </p:spPr>
      </p:sp>
      <p:sp>
        <p:nvSpPr>
          <p:cNvPr id="8" name="level note marker 2"/>
          <p:cNvSpPr/>
          <p:nvPr/>
        </p:nvSpPr>
        <p:spPr>
          <a:xfrm>
            <a:off x="8229600" y="3977640"/>
            <a:ext cx="182880" cy="182880"/>
          </a:xfrm>
          <a:prstGeom prst="roundRect">
            <a:avLst>
              <a:gd name="adj" fmla="val 15000"/>
            </a:avLst>
          </a:prstGeom>
          <a:solidFill>
            <a:schemeClr val="accent1"/>
          </a:solidFill>
          <a:ln w="6350">
            <a:solidFill>
              <a:schemeClr val="accent1"/>
            </a:solidFill>
            <a:prstDash val="solid"/>
          </a:ln>
        </p:spPr>
      </p:sp>
      <p:sp>
        <p:nvSpPr>
          <p:cNvPr id="9" name="level note text 2"/>
          <p:cNvSpPr txBox="1"/>
          <p:nvPr/>
        </p:nvSpPr>
        <p:spPr>
          <a:xfrm>
            <a:off x="8229600" y="4325112"/>
            <a:ext cx="2926080" cy="914400"/>
          </a:xfrm>
          <a:prstGeom prst="rect">
            <a:avLst/>
          </a:prstGeom>
          <a:noFill/>
          <a:ln/>
        </p:spPr>
        <p:txBody>
          <a:bodyPr wrap="square" lIns="0" tIns="0" rIns="0" bIns="0" rtlCol="0" anchor="t"/>
          <a:lstStyle/>
          <a:p>
            <a:pPr indent="0" marL="0">
              <a:lnSpc>
                <a:spcPct val="110000"/>
              </a:lnSpc>
              <a:buNone/>
            </a:pPr>
            <a:r>
              <a:rPr lang="en-US" sz="2000" b="1" dirty="0">
                <a:solidFill>
                  <a:schemeClr val="tx1"/>
                </a:solidFill>
              </a:rPr>
              <a:t>Level 5</a:t>
            </a:r>
            <a:endParaRPr lang="en-US" sz="2000" dirty="0"/>
          </a:p>
          <a:p>
            <a:pPr indent="0" marL="0">
              <a:lnSpc>
                <a:spcPct val="110000"/>
              </a:lnSpc>
              <a:buNone/>
            </a:pPr>
            <a:r>
              <a:rPr lang="en-US" sz="1400" dirty="0">
                <a:solidFill>
                  <a:schemeClr val="accent3"/>
                </a:solidFill>
              </a:rPr>
              <a:t>200 beats a minute and twice the repeats. Busy, uneven, and it feels like a chase.</a:t>
            </a:r>
            <a:endParaRPr lang="en-US" sz="2000" dirty="0"/>
          </a:p>
        </p:txBody>
      </p:sp>
      <p:sp>
        <p:nvSpPr>
          <p:cNvPr id="10" name="loop line"/>
          <p:cNvSpPr txBox="1"/>
          <p:nvPr/>
        </p:nvSpPr>
        <p:spPr>
          <a:xfrm>
            <a:off x="777240" y="4892040"/>
            <a:ext cx="6812280" cy="457200"/>
          </a:xfrm>
          <a:prstGeom prst="rect">
            <a:avLst/>
          </a:prstGeom>
          <a:noFill/>
          <a:ln/>
        </p:spPr>
        <p:txBody>
          <a:bodyPr wrap="square" lIns="0" tIns="0" rIns="0" bIns="0" rtlCol="0" anchor="ctr"/>
          <a:lstStyle/>
          <a:p>
            <a:pPr indent="0" marL="0">
              <a:buNone/>
            </a:pPr>
            <a:r>
              <a:rPr lang="en-US" sz="1900" b="1" i="1" dirty="0">
                <a:solidFill>
                  <a:schemeClr val="accent4"/>
                </a:solidFill>
              </a:rPr>
              <a:t>Harder level, faster pulse. That is the whole feedback loop.</a:t>
            </a:r>
            <a:endParaRPr lang="en-US" sz="1900" dirty="0"/>
          </a:p>
        </p:txBody>
      </p:sp>
      <p:sp>
        <p:nvSpPr>
          <p:cNvPr id="25" name="Slide Number Placeholder 0"/>
          <p:cNvSpPr>
            <a:spLocks noGrp="1"/>
          </p:cNvSpPr>
          <p:nvPr>
            <p:ph type="sldNum" sz="quarter" idx="4294967295"/>
          </p:nvPr>
        </p:nvSpPr>
        <p:spPr>
          <a:xfrm>
            <a:off x="10972800" y="6291072"/>
            <a:ext cx="43891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777240" y="438912"/>
            <a:ext cx="10637215" cy="786384"/>
          </a:xfrm>
          <a:prstGeom prst="rect">
            <a:avLst/>
          </a:prstGeom>
          <a:noFill/>
          <a:ln/>
        </p:spPr>
        <p:txBody>
          <a:bodyPr wrap="square" lIns="0" tIns="0" rIns="0" bIns="0" rtlCol="0" anchor="ctr"/>
          <a:lstStyle/>
          <a:p>
            <a:pPr algn="l" indent="0" marL="0">
              <a:buNone/>
            </a:pPr>
            <a:r>
              <a:rPr lang="en-US" sz="3400" b="1" dirty="0">
                <a:solidFill>
                  <a:schemeClr val="tx1"/>
                </a:solidFill>
              </a:rPr>
              <a:t>What it does not do</a:t>
            </a:r>
            <a:endParaRPr lang="en-US" sz="3400" dirty="0"/>
          </a:p>
        </p:txBody>
      </p:sp>
      <p:sp>
        <p:nvSpPr>
          <p:cNvPr id="3" name="limit marker 1"/>
          <p:cNvSpPr/>
          <p:nvPr/>
        </p:nvSpPr>
        <p:spPr>
          <a:xfrm>
            <a:off x="777240" y="1801368"/>
            <a:ext cx="182880" cy="182880"/>
          </a:xfrm>
          <a:prstGeom prst="roundRect">
            <a:avLst>
              <a:gd name="adj" fmla="val 15000"/>
            </a:avLst>
          </a:prstGeom>
          <a:solidFill>
            <a:schemeClr val="accent2"/>
          </a:solidFill>
          <a:ln w="6350">
            <a:solidFill>
              <a:schemeClr val="accent2"/>
            </a:solidFill>
            <a:prstDash val="solid"/>
          </a:ln>
        </p:spPr>
      </p:sp>
      <p:sp>
        <p:nvSpPr>
          <p:cNvPr id="4" name="limit 1"/>
          <p:cNvSpPr txBox="1"/>
          <p:nvPr/>
        </p:nvSpPr>
        <p:spPr>
          <a:xfrm>
            <a:off x="1161288" y="1737360"/>
            <a:ext cx="6035040" cy="868680"/>
          </a:xfrm>
          <a:prstGeom prst="rect">
            <a:avLst/>
          </a:prstGeom>
          <a:noFill/>
          <a:ln/>
        </p:spPr>
        <p:txBody>
          <a:bodyPr wrap="square" lIns="0" tIns="0" rIns="0" bIns="0" rtlCol="0" anchor="t"/>
          <a:lstStyle/>
          <a:p>
            <a:pPr indent="0" marL="0">
              <a:buNone/>
            </a:pPr>
            <a:r>
              <a:rPr lang="en-US" sz="1900" b="1" dirty="0">
                <a:solidFill>
                  <a:schemeClr val="tx1"/>
                </a:solidFill>
              </a:rPr>
              <a:t>Two notes is not a melody.</a:t>
            </a:r>
            <a:endParaRPr lang="en-US" sz="1900" dirty="0"/>
          </a:p>
          <a:p>
            <a:pPr indent="0" marL="0">
              <a:buNone/>
            </a:pPr>
            <a:r>
              <a:rPr lang="en-US" sz="1500" dirty="0">
                <a:solidFill>
                  <a:schemeClr val="accent3"/>
                </a:solidFill>
              </a:rPr>
              <a:t>There is nothing here you could hum back to me.</a:t>
            </a:r>
            <a:endParaRPr lang="en-US" sz="1900" dirty="0"/>
          </a:p>
        </p:txBody>
      </p:sp>
      <p:sp>
        <p:nvSpPr>
          <p:cNvPr id="5" name="limit marker 2"/>
          <p:cNvSpPr/>
          <p:nvPr/>
        </p:nvSpPr>
        <p:spPr>
          <a:xfrm>
            <a:off x="777240" y="2807208"/>
            <a:ext cx="182880" cy="182880"/>
          </a:xfrm>
          <a:prstGeom prst="roundRect">
            <a:avLst>
              <a:gd name="adj" fmla="val 15000"/>
            </a:avLst>
          </a:prstGeom>
          <a:solidFill>
            <a:schemeClr val="accent2"/>
          </a:solidFill>
          <a:ln w="6350">
            <a:solidFill>
              <a:schemeClr val="accent2"/>
            </a:solidFill>
            <a:prstDash val="solid"/>
          </a:ln>
        </p:spPr>
      </p:sp>
      <p:sp>
        <p:nvSpPr>
          <p:cNvPr id="6" name="limit 2"/>
          <p:cNvSpPr txBox="1"/>
          <p:nvPr/>
        </p:nvSpPr>
        <p:spPr>
          <a:xfrm>
            <a:off x="1161288" y="2743200"/>
            <a:ext cx="6035040" cy="868680"/>
          </a:xfrm>
          <a:prstGeom prst="rect">
            <a:avLst/>
          </a:prstGeom>
          <a:noFill/>
          <a:ln/>
        </p:spPr>
        <p:txBody>
          <a:bodyPr wrap="square" lIns="0" tIns="0" rIns="0" bIns="0" rtlCol="0" anchor="t"/>
          <a:lstStyle/>
          <a:p>
            <a:pPr indent="0" marL="0">
              <a:buNone/>
            </a:pPr>
            <a:r>
              <a:rPr lang="en-US" sz="1900" b="1" dirty="0">
                <a:solidFill>
                  <a:schemeClr val="tx1"/>
                </a:solidFill>
              </a:rPr>
              <a:t>Every beat gets a note.</a:t>
            </a:r>
            <a:endParaRPr lang="en-US" sz="1900" dirty="0"/>
          </a:p>
          <a:p>
            <a:pPr indent="0" marL="0">
              <a:buNone/>
            </a:pPr>
            <a:r>
              <a:rPr lang="en-US" sz="1500" dirty="0">
                <a:solidFill>
                  <a:schemeClr val="accent3"/>
                </a:solidFill>
              </a:rPr>
              <a:t>The rhythm never varies. Only the speed changes.</a:t>
            </a:r>
            <a:endParaRPr lang="en-US" sz="1900" dirty="0"/>
          </a:p>
        </p:txBody>
      </p:sp>
      <p:sp>
        <p:nvSpPr>
          <p:cNvPr id="7" name="limit marker 3"/>
          <p:cNvSpPr/>
          <p:nvPr/>
        </p:nvSpPr>
        <p:spPr>
          <a:xfrm>
            <a:off x="777240" y="3813048"/>
            <a:ext cx="182880" cy="182880"/>
          </a:xfrm>
          <a:prstGeom prst="roundRect">
            <a:avLst>
              <a:gd name="adj" fmla="val 15000"/>
            </a:avLst>
          </a:prstGeom>
          <a:solidFill>
            <a:schemeClr val="accent2"/>
          </a:solidFill>
          <a:ln w="6350">
            <a:solidFill>
              <a:schemeClr val="accent2"/>
            </a:solidFill>
            <a:prstDash val="solid"/>
          </a:ln>
        </p:spPr>
      </p:sp>
      <p:sp>
        <p:nvSpPr>
          <p:cNvPr id="8" name="limit 3"/>
          <p:cNvSpPr txBox="1"/>
          <p:nvPr/>
        </p:nvSpPr>
        <p:spPr>
          <a:xfrm>
            <a:off x="1161288" y="3749040"/>
            <a:ext cx="6035040" cy="868680"/>
          </a:xfrm>
          <a:prstGeom prst="rect">
            <a:avLst/>
          </a:prstGeom>
          <a:noFill/>
          <a:ln/>
        </p:spPr>
        <p:txBody>
          <a:bodyPr wrap="square" lIns="0" tIns="0" rIns="0" bIns="0" rtlCol="0" anchor="t"/>
          <a:lstStyle/>
          <a:p>
            <a:pPr indent="0" marL="0">
              <a:buNone/>
            </a:pPr>
            <a:r>
              <a:rPr lang="en-US" sz="1900" b="1" dirty="0">
                <a:solidFill>
                  <a:schemeClr val="tx1"/>
                </a:solidFill>
              </a:rPr>
              <a:t>Difficulty is the only input.</a:t>
            </a:r>
            <a:endParaRPr lang="en-US" sz="1900" dirty="0"/>
          </a:p>
          <a:p>
            <a:pPr indent="0" marL="0">
              <a:buNone/>
            </a:pPr>
            <a:r>
              <a:rPr lang="en-US" sz="1500" dirty="0">
                <a:solidFill>
                  <a:schemeClr val="accent3"/>
                </a:solidFill>
              </a:rPr>
              <a:t>Nothing else in the game can touch the music.</a:t>
            </a:r>
            <a:endParaRPr lang="en-US" sz="1900" dirty="0"/>
          </a:p>
        </p:txBody>
      </p:sp>
      <p:sp>
        <p:nvSpPr>
          <p:cNvPr id="9" name="limit marker 4"/>
          <p:cNvSpPr/>
          <p:nvPr/>
        </p:nvSpPr>
        <p:spPr>
          <a:xfrm>
            <a:off x="777240" y="4818888"/>
            <a:ext cx="182880" cy="182880"/>
          </a:xfrm>
          <a:prstGeom prst="roundRect">
            <a:avLst>
              <a:gd name="adj" fmla="val 15000"/>
            </a:avLst>
          </a:prstGeom>
          <a:solidFill>
            <a:schemeClr val="accent2"/>
          </a:solidFill>
          <a:ln w="6350">
            <a:solidFill>
              <a:schemeClr val="accent2"/>
            </a:solidFill>
            <a:prstDash val="solid"/>
          </a:ln>
        </p:spPr>
      </p:sp>
      <p:sp>
        <p:nvSpPr>
          <p:cNvPr id="10" name="limit 4"/>
          <p:cNvSpPr txBox="1"/>
          <p:nvPr/>
        </p:nvSpPr>
        <p:spPr>
          <a:xfrm>
            <a:off x="1161288" y="4754880"/>
            <a:ext cx="6035040" cy="868680"/>
          </a:xfrm>
          <a:prstGeom prst="rect">
            <a:avLst/>
          </a:prstGeom>
          <a:noFill/>
          <a:ln/>
        </p:spPr>
        <p:txBody>
          <a:bodyPr wrap="square" lIns="0" tIns="0" rIns="0" bIns="0" rtlCol="0" anchor="t"/>
          <a:lstStyle/>
          <a:p>
            <a:pPr indent="0" marL="0">
              <a:buNone/>
            </a:pPr>
            <a:r>
              <a:rPr lang="en-US" sz="1900" b="1" dirty="0">
                <a:solidFill>
                  <a:schemeClr val="tx1"/>
                </a:solidFill>
              </a:rPr>
              <a:t>Nobody has listened to it.</a:t>
            </a:r>
            <a:endParaRPr lang="en-US" sz="1900" dirty="0"/>
          </a:p>
          <a:p>
            <a:pPr indent="0" marL="0">
              <a:buNone/>
            </a:pPr>
            <a:r>
              <a:rPr lang="en-US" sz="1500" dirty="0">
                <a:solidFill>
                  <a:schemeClr val="accent3"/>
                </a:solidFill>
              </a:rPr>
              <a:t>I ran no listening test, so I have no proof it feels right to a player.</a:t>
            </a:r>
            <a:endParaRPr lang="en-US" sz="1900" dirty="0"/>
          </a:p>
        </p:txBody>
      </p:sp>
      <p:sp>
        <p:nvSpPr>
          <p:cNvPr id="11" name="honest card"/>
          <p:cNvSpPr/>
          <p:nvPr/>
        </p:nvSpPr>
        <p:spPr>
          <a:xfrm>
            <a:off x="7589520" y="1920240"/>
            <a:ext cx="3822192" cy="3063240"/>
          </a:xfrm>
          <a:prstGeom prst="roundRect">
            <a:avLst>
              <a:gd name="adj" fmla="val 2388"/>
            </a:avLst>
          </a:prstGeom>
          <a:solidFill>
            <a:schemeClr val="tx2"/>
          </a:solidFill>
          <a:ln w="9525">
            <a:solidFill>
              <a:schemeClr val="tx2"/>
            </a:solidFill>
            <a:prstDash val="solid"/>
          </a:ln>
          <a:effectLst>
            <a:outerShdw sx="100000" sy="100000" kx="0" ky="0" algn="bl" rotWithShape="0" blurRad="127000" dist="25400" dir="5400000">
              <a:srgbClr val="11182B">
                <a:alpha val="10000"/>
              </a:srgbClr>
            </a:outerShdw>
          </a:effectLst>
        </p:spPr>
      </p:sp>
      <p:sp>
        <p:nvSpPr>
          <p:cNvPr id="12" name="honest marker"/>
          <p:cNvSpPr/>
          <p:nvPr/>
        </p:nvSpPr>
        <p:spPr>
          <a:xfrm>
            <a:off x="7955280" y="2240280"/>
            <a:ext cx="201168" cy="201168"/>
          </a:xfrm>
          <a:prstGeom prst="roundRect">
            <a:avLst>
              <a:gd name="adj" fmla="val 13636"/>
            </a:avLst>
          </a:prstGeom>
          <a:solidFill>
            <a:schemeClr val="accent2"/>
          </a:solidFill>
          <a:ln w="6350">
            <a:solidFill>
              <a:schemeClr val="accent2"/>
            </a:solidFill>
            <a:prstDash val="solid"/>
          </a:ln>
        </p:spPr>
      </p:sp>
      <p:sp>
        <p:nvSpPr>
          <p:cNvPr id="13" name="honest quote"/>
          <p:cNvSpPr txBox="1"/>
          <p:nvPr/>
        </p:nvSpPr>
        <p:spPr>
          <a:xfrm>
            <a:off x="7955280" y="2606040"/>
            <a:ext cx="3090672" cy="1280160"/>
          </a:xfrm>
          <a:prstGeom prst="rect">
            <a:avLst/>
          </a:prstGeom>
          <a:noFill/>
          <a:ln/>
        </p:spPr>
        <p:txBody>
          <a:bodyPr wrap="square" lIns="0" tIns="0" rIns="0" bIns="0" rtlCol="0" anchor="t"/>
          <a:lstStyle/>
          <a:p>
            <a:pPr indent="0" marL="0">
              <a:lnSpc>
                <a:spcPct val="110000"/>
              </a:lnSpc>
              <a:buNone/>
            </a:pPr>
            <a:r>
              <a:rPr lang="en-US" sz="2800" b="1" i="1" dirty="0">
                <a:solidFill>
                  <a:schemeClr val="bg1"/>
                </a:solidFill>
              </a:rPr>
              <a:t>An adaptive pulse, not a tune.</a:t>
            </a:r>
            <a:endParaRPr lang="en-US" sz="2800" dirty="0"/>
          </a:p>
        </p:txBody>
      </p:sp>
      <p:sp>
        <p:nvSpPr>
          <p:cNvPr id="14" name="honest caption"/>
          <p:cNvSpPr txBox="1"/>
          <p:nvPr/>
        </p:nvSpPr>
        <p:spPr>
          <a:xfrm>
            <a:off x="7955280" y="3977640"/>
            <a:ext cx="3090672" cy="822960"/>
          </a:xfrm>
          <a:prstGeom prst="rect">
            <a:avLst/>
          </a:prstGeom>
          <a:noFill/>
          <a:ln/>
        </p:spPr>
        <p:txBody>
          <a:bodyPr wrap="square" lIns="0" tIns="0" rIns="0" bIns="0" rtlCol="0" anchor="t"/>
          <a:lstStyle/>
          <a:p>
            <a:pPr indent="0" marL="0">
              <a:buNone/>
            </a:pPr>
            <a:r>
              <a:rPr lang="en-US" sz="1400" dirty="0">
                <a:solidFill>
                  <a:schemeClr val="accent5"/>
                </a:solidFill>
              </a:rPr>
              <a:t>That is the honest description of what this project makes.</a:t>
            </a:r>
            <a:endParaRPr lang="en-US" sz="1400" dirty="0"/>
          </a:p>
        </p:txBody>
      </p:sp>
      <p:sp>
        <p:nvSpPr>
          <p:cNvPr id="25" name="Slide Number Placeholder 0"/>
          <p:cNvSpPr>
            <a:spLocks noGrp="1"/>
          </p:cNvSpPr>
          <p:nvPr>
            <p:ph type="sldNum" sz="quarter" idx="4294967295"/>
          </p:nvPr>
        </p:nvSpPr>
        <p:spPr>
          <a:xfrm>
            <a:off x="10972800" y="6291072"/>
            <a:ext cx="43891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777240" y="438912"/>
            <a:ext cx="10637215" cy="786384"/>
          </a:xfrm>
          <a:prstGeom prst="rect">
            <a:avLst/>
          </a:prstGeom>
          <a:noFill/>
          <a:ln/>
        </p:spPr>
        <p:txBody>
          <a:bodyPr wrap="square" lIns="0" tIns="0" rIns="0" bIns="0" rtlCol="0" anchor="ctr"/>
          <a:lstStyle/>
          <a:p>
            <a:pPr algn="l" indent="0" marL="0">
              <a:buNone/>
            </a:pPr>
            <a:r>
              <a:rPr lang="en-US" sz="3400" b="1" dirty="0">
                <a:solidFill>
                  <a:schemeClr val="tx1"/>
                </a:solidFill>
              </a:rPr>
              <a:t>Where I would take it next</a:t>
            </a:r>
            <a:endParaRPr lang="en-US" sz="3400" dirty="0"/>
          </a:p>
        </p:txBody>
      </p:sp>
      <p:sp>
        <p:nvSpPr>
          <p:cNvPr id="3" name="next step card 1"/>
          <p:cNvSpPr/>
          <p:nvPr/>
        </p:nvSpPr>
        <p:spPr>
          <a:xfrm>
            <a:off x="777240" y="1965960"/>
            <a:ext cx="5122012" cy="1600200"/>
          </a:xfrm>
          <a:prstGeom prst="roundRect">
            <a:avLst>
              <a:gd name="adj" fmla="val 4571"/>
            </a:avLst>
          </a:prstGeom>
          <a:solidFill>
            <a:schemeClr val="bg2"/>
          </a:solidFill>
          <a:ln w="9525">
            <a:solidFill>
              <a:schemeClr val="bg2"/>
            </a:solidFill>
            <a:prstDash val="solid"/>
          </a:ln>
          <a:effectLst>
            <a:outerShdw sx="100000" sy="100000" kx="0" ky="0" algn="bl" rotWithShape="0" blurRad="127000" dist="25400" dir="5400000">
              <a:srgbClr val="11182B">
                <a:alpha val="10000"/>
              </a:srgbClr>
            </a:outerShdw>
          </a:effectLst>
        </p:spPr>
      </p:sp>
      <p:sp>
        <p:nvSpPr>
          <p:cNvPr id="4" name="step number 1"/>
          <p:cNvSpPr txBox="1"/>
          <p:nvPr/>
        </p:nvSpPr>
        <p:spPr>
          <a:xfrm>
            <a:off x="1124712" y="2203704"/>
            <a:ext cx="822960" cy="457200"/>
          </a:xfrm>
          <a:prstGeom prst="rect">
            <a:avLst/>
          </a:prstGeom>
          <a:noFill/>
          <a:ln/>
        </p:spPr>
        <p:txBody>
          <a:bodyPr wrap="square" lIns="0" tIns="0" rIns="0" bIns="0" rtlCol="0" anchor="ctr"/>
          <a:lstStyle/>
          <a:p>
            <a:pPr indent="0" marL="0">
              <a:buNone/>
            </a:pPr>
            <a:r>
              <a:rPr lang="en-US" sz="2400" b="1" dirty="0">
                <a:solidFill>
                  <a:schemeClr val="accent1"/>
                </a:solidFill>
              </a:rPr>
              <a:t>01</a:t>
            </a:r>
            <a:endParaRPr lang="en-US" sz="2400" dirty="0"/>
          </a:p>
        </p:txBody>
      </p:sp>
      <p:sp>
        <p:nvSpPr>
          <p:cNvPr id="5" name="step text 1"/>
          <p:cNvSpPr txBox="1"/>
          <p:nvPr/>
        </p:nvSpPr>
        <p:spPr>
          <a:xfrm>
            <a:off x="1965960" y="2240280"/>
            <a:ext cx="3567532" cy="1097280"/>
          </a:xfrm>
          <a:prstGeom prst="rect">
            <a:avLst/>
          </a:prstGeom>
          <a:noFill/>
          <a:ln/>
        </p:spPr>
        <p:txBody>
          <a:bodyPr wrap="square" lIns="0" tIns="0" rIns="0" bIns="0" rtlCol="0" anchor="t"/>
          <a:lstStyle/>
          <a:p>
            <a:pPr indent="0" marL="0">
              <a:lnSpc>
                <a:spcPct val="112000"/>
              </a:lnSpc>
              <a:buNone/>
            </a:pPr>
            <a:r>
              <a:rPr lang="en-US" sz="2000" b="1" dirty="0">
                <a:solidFill>
                  <a:schemeClr val="tx1"/>
                </a:solidFill>
              </a:rPr>
              <a:t>Add a third note</a:t>
            </a:r>
            <a:endParaRPr lang="en-US" sz="2000" dirty="0"/>
          </a:p>
          <a:p>
            <a:pPr indent="0" marL="0">
              <a:lnSpc>
                <a:spcPct val="112000"/>
              </a:lnSpc>
              <a:buNone/>
            </a:pPr>
            <a:r>
              <a:rPr lang="en-US" sz="1500" dirty="0">
                <a:solidFill>
                  <a:schemeClr val="accent3"/>
                </a:solidFill>
              </a:rPr>
              <a:t>Even one more note lets the melody step up and down instead of only jumping.</a:t>
            </a:r>
            <a:endParaRPr lang="en-US" sz="2000" dirty="0"/>
          </a:p>
        </p:txBody>
      </p:sp>
      <p:sp>
        <p:nvSpPr>
          <p:cNvPr id="6" name="next step card 2"/>
          <p:cNvSpPr/>
          <p:nvPr/>
        </p:nvSpPr>
        <p:spPr>
          <a:xfrm>
            <a:off x="6292444" y="1965960"/>
            <a:ext cx="5122012" cy="1600200"/>
          </a:xfrm>
          <a:prstGeom prst="roundRect">
            <a:avLst>
              <a:gd name="adj" fmla="val 4571"/>
            </a:avLst>
          </a:prstGeom>
          <a:solidFill>
            <a:schemeClr val="bg2"/>
          </a:solidFill>
          <a:ln w="9525">
            <a:solidFill>
              <a:schemeClr val="bg2"/>
            </a:solidFill>
            <a:prstDash val="solid"/>
          </a:ln>
          <a:effectLst>
            <a:outerShdw sx="100000" sy="100000" kx="0" ky="0" algn="bl" rotWithShape="0" blurRad="127000" dist="25400" dir="5400000">
              <a:srgbClr val="11182B">
                <a:alpha val="10000"/>
              </a:srgbClr>
            </a:outerShdw>
          </a:effectLst>
        </p:spPr>
      </p:sp>
      <p:sp>
        <p:nvSpPr>
          <p:cNvPr id="7" name="step number 2"/>
          <p:cNvSpPr txBox="1"/>
          <p:nvPr/>
        </p:nvSpPr>
        <p:spPr>
          <a:xfrm>
            <a:off x="6639916" y="2203704"/>
            <a:ext cx="822960" cy="457200"/>
          </a:xfrm>
          <a:prstGeom prst="rect">
            <a:avLst/>
          </a:prstGeom>
          <a:noFill/>
          <a:ln/>
        </p:spPr>
        <p:txBody>
          <a:bodyPr wrap="square" lIns="0" tIns="0" rIns="0" bIns="0" rtlCol="0" anchor="ctr"/>
          <a:lstStyle/>
          <a:p>
            <a:pPr indent="0" marL="0">
              <a:buNone/>
            </a:pPr>
            <a:r>
              <a:rPr lang="en-US" sz="2400" b="1" dirty="0">
                <a:solidFill>
                  <a:schemeClr val="accent2"/>
                </a:solidFill>
              </a:rPr>
              <a:t>02</a:t>
            </a:r>
            <a:endParaRPr lang="en-US" sz="2400" dirty="0"/>
          </a:p>
        </p:txBody>
      </p:sp>
      <p:sp>
        <p:nvSpPr>
          <p:cNvPr id="8" name="step text 2"/>
          <p:cNvSpPr txBox="1"/>
          <p:nvPr/>
        </p:nvSpPr>
        <p:spPr>
          <a:xfrm>
            <a:off x="7481164" y="2240280"/>
            <a:ext cx="3567532" cy="1097280"/>
          </a:xfrm>
          <a:prstGeom prst="rect">
            <a:avLst/>
          </a:prstGeom>
          <a:noFill/>
          <a:ln/>
        </p:spPr>
        <p:txBody>
          <a:bodyPr wrap="square" lIns="0" tIns="0" rIns="0" bIns="0" rtlCol="0" anchor="t"/>
          <a:lstStyle/>
          <a:p>
            <a:pPr indent="0" marL="0">
              <a:lnSpc>
                <a:spcPct val="112000"/>
              </a:lnSpc>
              <a:buNone/>
            </a:pPr>
            <a:r>
              <a:rPr lang="en-US" sz="2000" b="1" dirty="0">
                <a:solidFill>
                  <a:schemeClr val="tx1"/>
                </a:solidFill>
              </a:rPr>
              <a:t>React to the player</a:t>
            </a:r>
            <a:endParaRPr lang="en-US" sz="2000" dirty="0"/>
          </a:p>
          <a:p>
            <a:pPr indent="0" marL="0">
              <a:lnSpc>
                <a:spcPct val="112000"/>
              </a:lnSpc>
              <a:buNone/>
            </a:pPr>
            <a:r>
              <a:rPr lang="en-US" sz="1500" dirty="0">
                <a:solidFill>
                  <a:schemeClr val="accent3"/>
                </a:solidFill>
              </a:rPr>
              <a:t>Drive it from health or danger, not just the level number the game started with.</a:t>
            </a:r>
            <a:endParaRPr lang="en-US" sz="2000" dirty="0"/>
          </a:p>
        </p:txBody>
      </p:sp>
      <p:sp>
        <p:nvSpPr>
          <p:cNvPr id="9" name="next step card 3"/>
          <p:cNvSpPr/>
          <p:nvPr/>
        </p:nvSpPr>
        <p:spPr>
          <a:xfrm>
            <a:off x="777240" y="3840480"/>
            <a:ext cx="5122012" cy="1600200"/>
          </a:xfrm>
          <a:prstGeom prst="roundRect">
            <a:avLst>
              <a:gd name="adj" fmla="val 4571"/>
            </a:avLst>
          </a:prstGeom>
          <a:solidFill>
            <a:schemeClr val="bg2"/>
          </a:solidFill>
          <a:ln w="9525">
            <a:solidFill>
              <a:schemeClr val="bg2"/>
            </a:solidFill>
            <a:prstDash val="solid"/>
          </a:ln>
          <a:effectLst>
            <a:outerShdw sx="100000" sy="100000" kx="0" ky="0" algn="bl" rotWithShape="0" blurRad="127000" dist="25400" dir="5400000">
              <a:srgbClr val="11182B">
                <a:alpha val="10000"/>
              </a:srgbClr>
            </a:outerShdw>
          </a:effectLst>
        </p:spPr>
      </p:sp>
      <p:sp>
        <p:nvSpPr>
          <p:cNvPr id="10" name="step number 3"/>
          <p:cNvSpPr txBox="1"/>
          <p:nvPr/>
        </p:nvSpPr>
        <p:spPr>
          <a:xfrm>
            <a:off x="1124712" y="4078224"/>
            <a:ext cx="822960" cy="457200"/>
          </a:xfrm>
          <a:prstGeom prst="rect">
            <a:avLst/>
          </a:prstGeom>
          <a:noFill/>
          <a:ln/>
        </p:spPr>
        <p:txBody>
          <a:bodyPr wrap="square" lIns="0" tIns="0" rIns="0" bIns="0" rtlCol="0" anchor="ctr"/>
          <a:lstStyle/>
          <a:p>
            <a:pPr indent="0" marL="0">
              <a:buNone/>
            </a:pPr>
            <a:r>
              <a:rPr lang="en-US" sz="2400" b="1" dirty="0">
                <a:solidFill>
                  <a:schemeClr val="accent1"/>
                </a:solidFill>
              </a:rPr>
              <a:t>03</a:t>
            </a:r>
            <a:endParaRPr lang="en-US" sz="2400" dirty="0"/>
          </a:p>
        </p:txBody>
      </p:sp>
      <p:sp>
        <p:nvSpPr>
          <p:cNvPr id="11" name="step text 3"/>
          <p:cNvSpPr txBox="1"/>
          <p:nvPr/>
        </p:nvSpPr>
        <p:spPr>
          <a:xfrm>
            <a:off x="1965960" y="4114800"/>
            <a:ext cx="3567532" cy="1097280"/>
          </a:xfrm>
          <a:prstGeom prst="rect">
            <a:avLst/>
          </a:prstGeom>
          <a:noFill/>
          <a:ln/>
        </p:spPr>
        <p:txBody>
          <a:bodyPr wrap="square" lIns="0" tIns="0" rIns="0" bIns="0" rtlCol="0" anchor="t"/>
          <a:lstStyle/>
          <a:p>
            <a:pPr indent="0" marL="0">
              <a:lnSpc>
                <a:spcPct val="112000"/>
              </a:lnSpc>
              <a:buNone/>
            </a:pPr>
            <a:r>
              <a:rPr lang="en-US" sz="2000" b="1" dirty="0">
                <a:solidFill>
                  <a:schemeClr val="tx1"/>
                </a:solidFill>
              </a:rPr>
              <a:t>Let the drum change too</a:t>
            </a:r>
            <a:endParaRPr lang="en-US" sz="2000" dirty="0"/>
          </a:p>
          <a:p>
            <a:pPr indent="0" marL="0">
              <a:lnSpc>
                <a:spcPct val="112000"/>
              </a:lnSpc>
              <a:buNone/>
            </a:pPr>
            <a:r>
              <a:rPr lang="en-US" sz="1500" dirty="0">
                <a:solidFill>
                  <a:schemeClr val="accent3"/>
                </a:solidFill>
              </a:rPr>
              <a:t>Right now the drum hits every beat at every level, which wastes an easy signal.</a:t>
            </a:r>
            <a:endParaRPr lang="en-US" sz="2000" dirty="0"/>
          </a:p>
        </p:txBody>
      </p:sp>
      <p:sp>
        <p:nvSpPr>
          <p:cNvPr id="12" name="next step card 4"/>
          <p:cNvSpPr/>
          <p:nvPr/>
        </p:nvSpPr>
        <p:spPr>
          <a:xfrm>
            <a:off x="6292444" y="3840480"/>
            <a:ext cx="5122012" cy="1600200"/>
          </a:xfrm>
          <a:prstGeom prst="roundRect">
            <a:avLst>
              <a:gd name="adj" fmla="val 4571"/>
            </a:avLst>
          </a:prstGeom>
          <a:solidFill>
            <a:schemeClr val="bg2"/>
          </a:solidFill>
          <a:ln w="9525">
            <a:solidFill>
              <a:schemeClr val="bg2"/>
            </a:solidFill>
            <a:prstDash val="solid"/>
          </a:ln>
          <a:effectLst>
            <a:outerShdw sx="100000" sy="100000" kx="0" ky="0" algn="bl" rotWithShape="0" blurRad="127000" dist="25400" dir="5400000">
              <a:srgbClr val="11182B">
                <a:alpha val="10000"/>
              </a:srgbClr>
            </a:outerShdw>
          </a:effectLst>
        </p:spPr>
      </p:sp>
      <p:sp>
        <p:nvSpPr>
          <p:cNvPr id="13" name="step number 4"/>
          <p:cNvSpPr txBox="1"/>
          <p:nvPr/>
        </p:nvSpPr>
        <p:spPr>
          <a:xfrm>
            <a:off x="6639916" y="4078224"/>
            <a:ext cx="822960" cy="457200"/>
          </a:xfrm>
          <a:prstGeom prst="rect">
            <a:avLst/>
          </a:prstGeom>
          <a:noFill/>
          <a:ln/>
        </p:spPr>
        <p:txBody>
          <a:bodyPr wrap="square" lIns="0" tIns="0" rIns="0" bIns="0" rtlCol="0" anchor="ctr"/>
          <a:lstStyle/>
          <a:p>
            <a:pPr indent="0" marL="0">
              <a:buNone/>
            </a:pPr>
            <a:r>
              <a:rPr lang="en-US" sz="2400" b="1" dirty="0">
                <a:solidFill>
                  <a:schemeClr val="accent2"/>
                </a:solidFill>
              </a:rPr>
              <a:t>04</a:t>
            </a:r>
            <a:endParaRPr lang="en-US" sz="2400" dirty="0"/>
          </a:p>
        </p:txBody>
      </p:sp>
      <p:sp>
        <p:nvSpPr>
          <p:cNvPr id="14" name="step text 4"/>
          <p:cNvSpPr txBox="1"/>
          <p:nvPr/>
        </p:nvSpPr>
        <p:spPr>
          <a:xfrm>
            <a:off x="7481164" y="4114800"/>
            <a:ext cx="3567532" cy="1097280"/>
          </a:xfrm>
          <a:prstGeom prst="rect">
            <a:avLst/>
          </a:prstGeom>
          <a:noFill/>
          <a:ln/>
        </p:spPr>
        <p:txBody>
          <a:bodyPr wrap="square" lIns="0" tIns="0" rIns="0" bIns="0" rtlCol="0" anchor="t"/>
          <a:lstStyle/>
          <a:p>
            <a:pPr indent="0" marL="0">
              <a:lnSpc>
                <a:spcPct val="112000"/>
              </a:lnSpc>
              <a:buNone/>
            </a:pPr>
            <a:r>
              <a:rPr lang="en-US" sz="2000" b="1" dirty="0">
                <a:solidFill>
                  <a:schemeClr val="tx1"/>
                </a:solidFill>
              </a:rPr>
              <a:t>Put it in front of people</a:t>
            </a:r>
            <a:endParaRPr lang="en-US" sz="2000" dirty="0"/>
          </a:p>
          <a:p>
            <a:pPr indent="0" marL="0">
              <a:lnSpc>
                <a:spcPct val="112000"/>
              </a:lnSpc>
              <a:buNone/>
            </a:pPr>
            <a:r>
              <a:rPr lang="en-US" sz="1500" dirty="0">
                <a:solidFill>
                  <a:schemeClr val="accent3"/>
                </a:solidFill>
              </a:rPr>
              <a:t>Play the five levels to listeners and ask which one felt hardest.</a:t>
            </a:r>
            <a:endParaRPr lang="en-US" sz="2000" dirty="0"/>
          </a:p>
        </p:txBody>
      </p:sp>
      <p:sp>
        <p:nvSpPr>
          <p:cNvPr id="25" name="Slide Number Placeholder 0"/>
          <p:cNvSpPr>
            <a:spLocks noGrp="1"/>
          </p:cNvSpPr>
          <p:nvPr>
            <p:ph type="sldNum" sz="quarter" idx="4294967295"/>
          </p:nvPr>
        </p:nvSpPr>
        <p:spPr>
          <a:xfrm>
            <a:off x="10972800" y="6291072"/>
            <a:ext cx="43891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777240" y="2286000"/>
            <a:ext cx="10637215" cy="1280160"/>
          </a:xfrm>
          <a:prstGeom prst="rect">
            <a:avLst/>
          </a:prstGeom>
          <a:noFill/>
          <a:ln/>
        </p:spPr>
        <p:txBody>
          <a:bodyPr wrap="square" lIns="0" tIns="0" rIns="0" bIns="0" rtlCol="0" anchor="ctr"/>
          <a:lstStyle/>
          <a:p>
            <a:pPr algn="ctr" indent="0" marL="0">
              <a:buNone/>
            </a:pPr>
            <a:r>
              <a:rPr lang="en-US" sz="4800" b="1" dirty="0">
                <a:solidFill>
                  <a:schemeClr val="bg1"/>
                </a:solidFill>
              </a:rPr>
              <a:t>Thank you. Questions?</a:t>
            </a:r>
            <a:endParaRPr lang="en-US" sz="4800" dirty="0"/>
          </a:p>
        </p:txBody>
      </p:sp>
      <p:sp>
        <p:nvSpPr>
          <p:cNvPr id="3" name="Text 0"/>
          <p:cNvSpPr/>
          <p:nvPr>
            <p:ph idx="101" type="body" hasCustomPrompt="1"/>
          </p:nvPr>
        </p:nvSpPr>
        <p:spPr>
          <a:xfrm>
            <a:off x="777240" y="3703320"/>
            <a:ext cx="10637215" cy="731520"/>
          </a:xfrm>
          <a:prstGeom prst="rect">
            <a:avLst/>
          </a:prstGeom>
          <a:noFill/>
          <a:ln/>
        </p:spPr>
        <p:txBody>
          <a:bodyPr wrap="square" lIns="0" tIns="0" rIns="0" bIns="0" rtlCol="0" anchor="t"/>
          <a:lstStyle/>
          <a:p>
            <a:pPr algn="ctr" indent="0" marL="0">
              <a:buNone/>
            </a:pPr>
            <a:r>
              <a:rPr lang="en-US" sz="1600" dirty="0">
                <a:solidFill>
                  <a:schemeClr val="accent5"/>
                </a:solidFill>
              </a:rPr>
              <a:t>Samar Khajuria    |    COMP 4980 Procedural Content Generation</a:t>
            </a:r>
            <a:endParaRPr lang="en-US" sz="1600" dirty="0"/>
          </a:p>
        </p:txBody>
      </p:sp>
      <p:sp>
        <p:nvSpPr>
          <p:cNvPr id="4" name="closing strip beat 1"/>
          <p:cNvSpPr/>
          <p:nvPr/>
        </p:nvSpPr>
        <p:spPr>
          <a:xfrm>
            <a:off x="777240" y="5330952"/>
            <a:ext cx="259282" cy="155448"/>
          </a:xfrm>
          <a:prstGeom prst="roundRect">
            <a:avLst>
              <a:gd name="adj" fmla="val 11765"/>
            </a:avLst>
          </a:prstGeom>
          <a:solidFill>
            <a:schemeClr val="accent2"/>
          </a:solidFill>
          <a:ln w="6350">
            <a:solidFill>
              <a:schemeClr val="accent2"/>
            </a:solidFill>
            <a:prstDash val="solid"/>
          </a:ln>
        </p:spPr>
      </p:sp>
      <p:sp>
        <p:nvSpPr>
          <p:cNvPr id="5" name="closing strip beat 2"/>
          <p:cNvSpPr/>
          <p:nvPr/>
        </p:nvSpPr>
        <p:spPr>
          <a:xfrm>
            <a:off x="1109653" y="5120640"/>
            <a:ext cx="259282" cy="155448"/>
          </a:xfrm>
          <a:prstGeom prst="roundRect">
            <a:avLst>
              <a:gd name="adj" fmla="val 11765"/>
            </a:avLst>
          </a:prstGeom>
          <a:solidFill>
            <a:schemeClr val="accent1"/>
          </a:solidFill>
          <a:ln w="6350">
            <a:solidFill>
              <a:schemeClr val="accent1"/>
            </a:solidFill>
            <a:prstDash val="solid"/>
          </a:ln>
        </p:spPr>
      </p:sp>
      <p:sp>
        <p:nvSpPr>
          <p:cNvPr id="6" name="closing strip beat 3"/>
          <p:cNvSpPr/>
          <p:nvPr/>
        </p:nvSpPr>
        <p:spPr>
          <a:xfrm>
            <a:off x="1442066" y="5330952"/>
            <a:ext cx="259282" cy="155448"/>
          </a:xfrm>
          <a:prstGeom prst="roundRect">
            <a:avLst>
              <a:gd name="adj" fmla="val 11765"/>
            </a:avLst>
          </a:prstGeom>
          <a:solidFill>
            <a:schemeClr val="accent2"/>
          </a:solidFill>
          <a:ln w="6350">
            <a:solidFill>
              <a:schemeClr val="accent2"/>
            </a:solidFill>
            <a:prstDash val="solid"/>
          </a:ln>
        </p:spPr>
      </p:sp>
      <p:sp>
        <p:nvSpPr>
          <p:cNvPr id="7" name="closing strip beat 4"/>
          <p:cNvSpPr/>
          <p:nvPr/>
        </p:nvSpPr>
        <p:spPr>
          <a:xfrm>
            <a:off x="1774479" y="5120640"/>
            <a:ext cx="259282" cy="155448"/>
          </a:xfrm>
          <a:prstGeom prst="roundRect">
            <a:avLst>
              <a:gd name="adj" fmla="val 11765"/>
            </a:avLst>
          </a:prstGeom>
          <a:solidFill>
            <a:schemeClr val="accent1"/>
          </a:solidFill>
          <a:ln w="6350">
            <a:solidFill>
              <a:schemeClr val="accent1"/>
            </a:solidFill>
            <a:prstDash val="solid"/>
          </a:ln>
        </p:spPr>
      </p:sp>
      <p:sp>
        <p:nvSpPr>
          <p:cNvPr id="8" name="closing strip beat 5"/>
          <p:cNvSpPr/>
          <p:nvPr/>
        </p:nvSpPr>
        <p:spPr>
          <a:xfrm>
            <a:off x="2106892" y="5120640"/>
            <a:ext cx="259282" cy="155448"/>
          </a:xfrm>
          <a:prstGeom prst="roundRect">
            <a:avLst>
              <a:gd name="adj" fmla="val 11765"/>
            </a:avLst>
          </a:prstGeom>
          <a:solidFill>
            <a:schemeClr val="accent1"/>
          </a:solidFill>
          <a:ln w="6350">
            <a:solidFill>
              <a:schemeClr val="accent1"/>
            </a:solidFill>
            <a:prstDash val="solid"/>
          </a:ln>
        </p:spPr>
      </p:sp>
      <p:sp>
        <p:nvSpPr>
          <p:cNvPr id="9" name="closing strip beat 6"/>
          <p:cNvSpPr/>
          <p:nvPr/>
        </p:nvSpPr>
        <p:spPr>
          <a:xfrm>
            <a:off x="2439305" y="5120640"/>
            <a:ext cx="259282" cy="155448"/>
          </a:xfrm>
          <a:prstGeom prst="roundRect">
            <a:avLst>
              <a:gd name="adj" fmla="val 11765"/>
            </a:avLst>
          </a:prstGeom>
          <a:solidFill>
            <a:schemeClr val="accent1"/>
          </a:solidFill>
          <a:ln w="6350">
            <a:solidFill>
              <a:schemeClr val="accent1"/>
            </a:solidFill>
            <a:prstDash val="solid"/>
          </a:ln>
        </p:spPr>
      </p:sp>
      <p:sp>
        <p:nvSpPr>
          <p:cNvPr id="10" name="closing strip beat 7"/>
          <p:cNvSpPr/>
          <p:nvPr/>
        </p:nvSpPr>
        <p:spPr>
          <a:xfrm>
            <a:off x="2771718" y="5120640"/>
            <a:ext cx="259282" cy="155448"/>
          </a:xfrm>
          <a:prstGeom prst="roundRect">
            <a:avLst>
              <a:gd name="adj" fmla="val 11765"/>
            </a:avLst>
          </a:prstGeom>
          <a:solidFill>
            <a:schemeClr val="accent1"/>
          </a:solidFill>
          <a:ln w="6350">
            <a:solidFill>
              <a:schemeClr val="accent1"/>
            </a:solidFill>
            <a:prstDash val="solid"/>
          </a:ln>
        </p:spPr>
      </p:sp>
      <p:sp>
        <p:nvSpPr>
          <p:cNvPr id="11" name="closing strip beat 8"/>
          <p:cNvSpPr/>
          <p:nvPr/>
        </p:nvSpPr>
        <p:spPr>
          <a:xfrm>
            <a:off x="3104131" y="5330952"/>
            <a:ext cx="259282" cy="155448"/>
          </a:xfrm>
          <a:prstGeom prst="roundRect">
            <a:avLst>
              <a:gd name="adj" fmla="val 11765"/>
            </a:avLst>
          </a:prstGeom>
          <a:solidFill>
            <a:schemeClr val="accent2"/>
          </a:solidFill>
          <a:ln w="6350">
            <a:solidFill>
              <a:schemeClr val="accent2"/>
            </a:solidFill>
            <a:prstDash val="solid"/>
          </a:ln>
        </p:spPr>
      </p:sp>
      <p:sp>
        <p:nvSpPr>
          <p:cNvPr id="12" name="closing strip beat 9"/>
          <p:cNvSpPr/>
          <p:nvPr/>
        </p:nvSpPr>
        <p:spPr>
          <a:xfrm>
            <a:off x="3436544" y="5120640"/>
            <a:ext cx="259282" cy="155448"/>
          </a:xfrm>
          <a:prstGeom prst="roundRect">
            <a:avLst>
              <a:gd name="adj" fmla="val 11765"/>
            </a:avLst>
          </a:prstGeom>
          <a:solidFill>
            <a:schemeClr val="accent1"/>
          </a:solidFill>
          <a:ln w="6350">
            <a:solidFill>
              <a:schemeClr val="accent1"/>
            </a:solidFill>
            <a:prstDash val="solid"/>
          </a:ln>
        </p:spPr>
      </p:sp>
      <p:sp>
        <p:nvSpPr>
          <p:cNvPr id="13" name="closing strip beat 10"/>
          <p:cNvSpPr/>
          <p:nvPr/>
        </p:nvSpPr>
        <p:spPr>
          <a:xfrm>
            <a:off x="3768957" y="5120640"/>
            <a:ext cx="259282" cy="155448"/>
          </a:xfrm>
          <a:prstGeom prst="roundRect">
            <a:avLst>
              <a:gd name="adj" fmla="val 11765"/>
            </a:avLst>
          </a:prstGeom>
          <a:solidFill>
            <a:schemeClr val="accent1"/>
          </a:solidFill>
          <a:ln w="6350">
            <a:solidFill>
              <a:schemeClr val="accent1"/>
            </a:solidFill>
            <a:prstDash val="solid"/>
          </a:ln>
        </p:spPr>
      </p:sp>
      <p:sp>
        <p:nvSpPr>
          <p:cNvPr id="14" name="closing strip beat 11"/>
          <p:cNvSpPr/>
          <p:nvPr/>
        </p:nvSpPr>
        <p:spPr>
          <a:xfrm>
            <a:off x="4101370" y="5120640"/>
            <a:ext cx="259282" cy="155448"/>
          </a:xfrm>
          <a:prstGeom prst="roundRect">
            <a:avLst>
              <a:gd name="adj" fmla="val 11765"/>
            </a:avLst>
          </a:prstGeom>
          <a:solidFill>
            <a:schemeClr val="accent1"/>
          </a:solidFill>
          <a:ln w="6350">
            <a:solidFill>
              <a:schemeClr val="accent1"/>
            </a:solidFill>
            <a:prstDash val="solid"/>
          </a:ln>
        </p:spPr>
      </p:sp>
      <p:sp>
        <p:nvSpPr>
          <p:cNvPr id="15" name="closing strip beat 12"/>
          <p:cNvSpPr/>
          <p:nvPr/>
        </p:nvSpPr>
        <p:spPr>
          <a:xfrm>
            <a:off x="4433783" y="5330952"/>
            <a:ext cx="259282" cy="155448"/>
          </a:xfrm>
          <a:prstGeom prst="roundRect">
            <a:avLst>
              <a:gd name="adj" fmla="val 11765"/>
            </a:avLst>
          </a:prstGeom>
          <a:solidFill>
            <a:schemeClr val="accent2"/>
          </a:solidFill>
          <a:ln w="6350">
            <a:solidFill>
              <a:schemeClr val="accent2"/>
            </a:solidFill>
            <a:prstDash val="solid"/>
          </a:ln>
        </p:spPr>
      </p:sp>
      <p:sp>
        <p:nvSpPr>
          <p:cNvPr id="16" name="closing strip beat 13"/>
          <p:cNvSpPr/>
          <p:nvPr/>
        </p:nvSpPr>
        <p:spPr>
          <a:xfrm>
            <a:off x="4766196" y="5330952"/>
            <a:ext cx="259282" cy="155448"/>
          </a:xfrm>
          <a:prstGeom prst="roundRect">
            <a:avLst>
              <a:gd name="adj" fmla="val 11765"/>
            </a:avLst>
          </a:prstGeom>
          <a:solidFill>
            <a:schemeClr val="accent2"/>
          </a:solidFill>
          <a:ln w="6350">
            <a:solidFill>
              <a:schemeClr val="accent2"/>
            </a:solidFill>
            <a:prstDash val="solid"/>
          </a:ln>
        </p:spPr>
      </p:sp>
      <p:sp>
        <p:nvSpPr>
          <p:cNvPr id="17" name="closing strip beat 14"/>
          <p:cNvSpPr/>
          <p:nvPr/>
        </p:nvSpPr>
        <p:spPr>
          <a:xfrm>
            <a:off x="5098609" y="5120640"/>
            <a:ext cx="259282" cy="155448"/>
          </a:xfrm>
          <a:prstGeom prst="roundRect">
            <a:avLst>
              <a:gd name="adj" fmla="val 11765"/>
            </a:avLst>
          </a:prstGeom>
          <a:solidFill>
            <a:schemeClr val="accent1"/>
          </a:solidFill>
          <a:ln w="6350">
            <a:solidFill>
              <a:schemeClr val="accent1"/>
            </a:solidFill>
            <a:prstDash val="solid"/>
          </a:ln>
        </p:spPr>
      </p:sp>
      <p:sp>
        <p:nvSpPr>
          <p:cNvPr id="18" name="closing strip beat 15"/>
          <p:cNvSpPr/>
          <p:nvPr/>
        </p:nvSpPr>
        <p:spPr>
          <a:xfrm>
            <a:off x="5431022" y="5330952"/>
            <a:ext cx="259282" cy="155448"/>
          </a:xfrm>
          <a:prstGeom prst="roundRect">
            <a:avLst>
              <a:gd name="adj" fmla="val 11765"/>
            </a:avLst>
          </a:prstGeom>
          <a:solidFill>
            <a:schemeClr val="accent2"/>
          </a:solidFill>
          <a:ln w="6350">
            <a:solidFill>
              <a:schemeClr val="accent2"/>
            </a:solidFill>
            <a:prstDash val="solid"/>
          </a:ln>
        </p:spPr>
      </p:sp>
      <p:sp>
        <p:nvSpPr>
          <p:cNvPr id="19" name="closing strip beat 16"/>
          <p:cNvSpPr/>
          <p:nvPr/>
        </p:nvSpPr>
        <p:spPr>
          <a:xfrm>
            <a:off x="5763435" y="5120640"/>
            <a:ext cx="259282" cy="155448"/>
          </a:xfrm>
          <a:prstGeom prst="roundRect">
            <a:avLst>
              <a:gd name="adj" fmla="val 11765"/>
            </a:avLst>
          </a:prstGeom>
          <a:solidFill>
            <a:schemeClr val="accent1"/>
          </a:solidFill>
          <a:ln w="6350">
            <a:solidFill>
              <a:schemeClr val="accent1"/>
            </a:solidFill>
            <a:prstDash val="solid"/>
          </a:ln>
        </p:spPr>
      </p:sp>
      <p:sp>
        <p:nvSpPr>
          <p:cNvPr id="20" name="closing strip beat 17"/>
          <p:cNvSpPr/>
          <p:nvPr/>
        </p:nvSpPr>
        <p:spPr>
          <a:xfrm>
            <a:off x="6095848" y="5330952"/>
            <a:ext cx="259282" cy="155448"/>
          </a:xfrm>
          <a:prstGeom prst="roundRect">
            <a:avLst>
              <a:gd name="adj" fmla="val 11765"/>
            </a:avLst>
          </a:prstGeom>
          <a:solidFill>
            <a:schemeClr val="accent2"/>
          </a:solidFill>
          <a:ln w="6350">
            <a:solidFill>
              <a:schemeClr val="accent2"/>
            </a:solidFill>
            <a:prstDash val="solid"/>
          </a:ln>
        </p:spPr>
      </p:sp>
      <p:sp>
        <p:nvSpPr>
          <p:cNvPr id="21" name="closing strip beat 18"/>
          <p:cNvSpPr/>
          <p:nvPr/>
        </p:nvSpPr>
        <p:spPr>
          <a:xfrm>
            <a:off x="6428261" y="5120640"/>
            <a:ext cx="259282" cy="155448"/>
          </a:xfrm>
          <a:prstGeom prst="roundRect">
            <a:avLst>
              <a:gd name="adj" fmla="val 11765"/>
            </a:avLst>
          </a:prstGeom>
          <a:solidFill>
            <a:schemeClr val="accent1"/>
          </a:solidFill>
          <a:ln w="6350">
            <a:solidFill>
              <a:schemeClr val="accent1"/>
            </a:solidFill>
            <a:prstDash val="solid"/>
          </a:ln>
        </p:spPr>
      </p:sp>
      <p:sp>
        <p:nvSpPr>
          <p:cNvPr id="22" name="closing strip beat 19"/>
          <p:cNvSpPr/>
          <p:nvPr/>
        </p:nvSpPr>
        <p:spPr>
          <a:xfrm>
            <a:off x="6760674" y="5120640"/>
            <a:ext cx="259282" cy="155448"/>
          </a:xfrm>
          <a:prstGeom prst="roundRect">
            <a:avLst>
              <a:gd name="adj" fmla="val 11765"/>
            </a:avLst>
          </a:prstGeom>
          <a:solidFill>
            <a:schemeClr val="accent1"/>
          </a:solidFill>
          <a:ln w="6350">
            <a:solidFill>
              <a:schemeClr val="accent1"/>
            </a:solidFill>
            <a:prstDash val="solid"/>
          </a:ln>
        </p:spPr>
      </p:sp>
      <p:sp>
        <p:nvSpPr>
          <p:cNvPr id="23" name="closing strip beat 20"/>
          <p:cNvSpPr/>
          <p:nvPr/>
        </p:nvSpPr>
        <p:spPr>
          <a:xfrm>
            <a:off x="7093087" y="5120640"/>
            <a:ext cx="259282" cy="155448"/>
          </a:xfrm>
          <a:prstGeom prst="roundRect">
            <a:avLst>
              <a:gd name="adj" fmla="val 11765"/>
            </a:avLst>
          </a:prstGeom>
          <a:solidFill>
            <a:schemeClr val="accent1"/>
          </a:solidFill>
          <a:ln w="6350">
            <a:solidFill>
              <a:schemeClr val="accent1"/>
            </a:solidFill>
            <a:prstDash val="solid"/>
          </a:ln>
        </p:spPr>
      </p:sp>
      <p:sp>
        <p:nvSpPr>
          <p:cNvPr id="24" name="closing strip beat 21"/>
          <p:cNvSpPr/>
          <p:nvPr/>
        </p:nvSpPr>
        <p:spPr>
          <a:xfrm>
            <a:off x="7425500" y="5120640"/>
            <a:ext cx="259282" cy="155448"/>
          </a:xfrm>
          <a:prstGeom prst="roundRect">
            <a:avLst>
              <a:gd name="adj" fmla="val 11765"/>
            </a:avLst>
          </a:prstGeom>
          <a:solidFill>
            <a:schemeClr val="accent1"/>
          </a:solidFill>
          <a:ln w="6350">
            <a:solidFill>
              <a:schemeClr val="accent1"/>
            </a:solidFill>
            <a:prstDash val="solid"/>
          </a:ln>
        </p:spPr>
      </p:sp>
      <p:sp>
        <p:nvSpPr>
          <p:cNvPr id="25" name="closing strip beat 22"/>
          <p:cNvSpPr/>
          <p:nvPr/>
        </p:nvSpPr>
        <p:spPr>
          <a:xfrm>
            <a:off x="7757912" y="5120640"/>
            <a:ext cx="259282" cy="155448"/>
          </a:xfrm>
          <a:prstGeom prst="roundRect">
            <a:avLst>
              <a:gd name="adj" fmla="val 11765"/>
            </a:avLst>
          </a:prstGeom>
          <a:solidFill>
            <a:schemeClr val="accent1"/>
          </a:solidFill>
          <a:ln w="6350">
            <a:solidFill>
              <a:schemeClr val="accent1"/>
            </a:solidFill>
            <a:prstDash val="solid"/>
          </a:ln>
        </p:spPr>
      </p:sp>
      <p:sp>
        <p:nvSpPr>
          <p:cNvPr id="26" name="closing strip beat 23"/>
          <p:cNvSpPr/>
          <p:nvPr/>
        </p:nvSpPr>
        <p:spPr>
          <a:xfrm>
            <a:off x="8090325" y="5330952"/>
            <a:ext cx="259282" cy="155448"/>
          </a:xfrm>
          <a:prstGeom prst="roundRect">
            <a:avLst>
              <a:gd name="adj" fmla="val 11765"/>
            </a:avLst>
          </a:prstGeom>
          <a:solidFill>
            <a:schemeClr val="accent2"/>
          </a:solidFill>
          <a:ln w="6350">
            <a:solidFill>
              <a:schemeClr val="accent2"/>
            </a:solidFill>
            <a:prstDash val="solid"/>
          </a:ln>
        </p:spPr>
      </p:sp>
      <p:sp>
        <p:nvSpPr>
          <p:cNvPr id="27" name="closing strip beat 24"/>
          <p:cNvSpPr/>
          <p:nvPr/>
        </p:nvSpPr>
        <p:spPr>
          <a:xfrm>
            <a:off x="8422738" y="5330952"/>
            <a:ext cx="259282" cy="155448"/>
          </a:xfrm>
          <a:prstGeom prst="roundRect">
            <a:avLst>
              <a:gd name="adj" fmla="val 11765"/>
            </a:avLst>
          </a:prstGeom>
          <a:solidFill>
            <a:schemeClr val="accent2"/>
          </a:solidFill>
          <a:ln w="6350">
            <a:solidFill>
              <a:schemeClr val="accent2"/>
            </a:solidFill>
            <a:prstDash val="solid"/>
          </a:ln>
        </p:spPr>
      </p:sp>
      <p:sp>
        <p:nvSpPr>
          <p:cNvPr id="28" name="closing strip beat 25"/>
          <p:cNvSpPr/>
          <p:nvPr/>
        </p:nvSpPr>
        <p:spPr>
          <a:xfrm>
            <a:off x="8755151" y="5120640"/>
            <a:ext cx="259282" cy="155448"/>
          </a:xfrm>
          <a:prstGeom prst="roundRect">
            <a:avLst>
              <a:gd name="adj" fmla="val 11765"/>
            </a:avLst>
          </a:prstGeom>
          <a:solidFill>
            <a:schemeClr val="accent1"/>
          </a:solidFill>
          <a:ln w="6350">
            <a:solidFill>
              <a:schemeClr val="accent1"/>
            </a:solidFill>
            <a:prstDash val="solid"/>
          </a:ln>
        </p:spPr>
      </p:sp>
      <p:sp>
        <p:nvSpPr>
          <p:cNvPr id="29" name="closing strip beat 26"/>
          <p:cNvSpPr/>
          <p:nvPr/>
        </p:nvSpPr>
        <p:spPr>
          <a:xfrm>
            <a:off x="9087564" y="5330952"/>
            <a:ext cx="259282" cy="155448"/>
          </a:xfrm>
          <a:prstGeom prst="roundRect">
            <a:avLst>
              <a:gd name="adj" fmla="val 11765"/>
            </a:avLst>
          </a:prstGeom>
          <a:solidFill>
            <a:schemeClr val="accent2"/>
          </a:solidFill>
          <a:ln w="6350">
            <a:solidFill>
              <a:schemeClr val="accent2"/>
            </a:solidFill>
            <a:prstDash val="solid"/>
          </a:ln>
        </p:spPr>
      </p:sp>
      <p:sp>
        <p:nvSpPr>
          <p:cNvPr id="30" name="closing strip beat 27"/>
          <p:cNvSpPr/>
          <p:nvPr/>
        </p:nvSpPr>
        <p:spPr>
          <a:xfrm>
            <a:off x="9419977" y="5330952"/>
            <a:ext cx="259282" cy="155448"/>
          </a:xfrm>
          <a:prstGeom prst="roundRect">
            <a:avLst>
              <a:gd name="adj" fmla="val 11765"/>
            </a:avLst>
          </a:prstGeom>
          <a:solidFill>
            <a:schemeClr val="accent2"/>
          </a:solidFill>
          <a:ln w="6350">
            <a:solidFill>
              <a:schemeClr val="accent2"/>
            </a:solidFill>
            <a:prstDash val="solid"/>
          </a:ln>
        </p:spPr>
      </p:sp>
      <p:sp>
        <p:nvSpPr>
          <p:cNvPr id="31" name="closing strip beat 28"/>
          <p:cNvSpPr/>
          <p:nvPr/>
        </p:nvSpPr>
        <p:spPr>
          <a:xfrm>
            <a:off x="9752390" y="5120640"/>
            <a:ext cx="259282" cy="155448"/>
          </a:xfrm>
          <a:prstGeom prst="roundRect">
            <a:avLst>
              <a:gd name="adj" fmla="val 11765"/>
            </a:avLst>
          </a:prstGeom>
          <a:solidFill>
            <a:schemeClr val="accent1"/>
          </a:solidFill>
          <a:ln w="6350">
            <a:solidFill>
              <a:schemeClr val="accent1"/>
            </a:solidFill>
            <a:prstDash val="solid"/>
          </a:ln>
        </p:spPr>
      </p:sp>
      <p:sp>
        <p:nvSpPr>
          <p:cNvPr id="32" name="closing strip beat 29"/>
          <p:cNvSpPr/>
          <p:nvPr/>
        </p:nvSpPr>
        <p:spPr>
          <a:xfrm>
            <a:off x="10084803" y="5330952"/>
            <a:ext cx="259282" cy="155448"/>
          </a:xfrm>
          <a:prstGeom prst="roundRect">
            <a:avLst>
              <a:gd name="adj" fmla="val 11765"/>
            </a:avLst>
          </a:prstGeom>
          <a:solidFill>
            <a:schemeClr val="accent2"/>
          </a:solidFill>
          <a:ln w="6350">
            <a:solidFill>
              <a:schemeClr val="accent2"/>
            </a:solidFill>
            <a:prstDash val="solid"/>
          </a:ln>
        </p:spPr>
      </p:sp>
      <p:sp>
        <p:nvSpPr>
          <p:cNvPr id="33" name="closing strip beat 30"/>
          <p:cNvSpPr/>
          <p:nvPr/>
        </p:nvSpPr>
        <p:spPr>
          <a:xfrm>
            <a:off x="10417216" y="5330952"/>
            <a:ext cx="259282" cy="155448"/>
          </a:xfrm>
          <a:prstGeom prst="roundRect">
            <a:avLst>
              <a:gd name="adj" fmla="val 11765"/>
            </a:avLst>
          </a:prstGeom>
          <a:solidFill>
            <a:schemeClr val="accent2"/>
          </a:solidFill>
          <a:ln w="6350">
            <a:solidFill>
              <a:schemeClr val="accent2"/>
            </a:solidFill>
            <a:prstDash val="solid"/>
          </a:ln>
        </p:spPr>
      </p:sp>
      <p:sp>
        <p:nvSpPr>
          <p:cNvPr id="34" name="closing strip beat 31"/>
          <p:cNvSpPr/>
          <p:nvPr/>
        </p:nvSpPr>
        <p:spPr>
          <a:xfrm>
            <a:off x="10749629" y="5330952"/>
            <a:ext cx="259282" cy="155448"/>
          </a:xfrm>
          <a:prstGeom prst="roundRect">
            <a:avLst>
              <a:gd name="adj" fmla="val 11765"/>
            </a:avLst>
          </a:prstGeom>
          <a:solidFill>
            <a:schemeClr val="accent2"/>
          </a:solidFill>
          <a:ln w="6350">
            <a:solidFill>
              <a:schemeClr val="accent2"/>
            </a:solidFill>
            <a:prstDash val="solid"/>
          </a:ln>
        </p:spPr>
      </p:sp>
      <p:sp>
        <p:nvSpPr>
          <p:cNvPr id="35" name="closing strip beat 32"/>
          <p:cNvSpPr/>
          <p:nvPr/>
        </p:nvSpPr>
        <p:spPr>
          <a:xfrm>
            <a:off x="11082042" y="5120640"/>
            <a:ext cx="259282" cy="155448"/>
          </a:xfrm>
          <a:prstGeom prst="roundRect">
            <a:avLst>
              <a:gd name="adj" fmla="val 11765"/>
            </a:avLst>
          </a:prstGeom>
          <a:solidFill>
            <a:schemeClr val="accent1"/>
          </a:solidFill>
          <a:ln w="6350">
            <a:solidFill>
              <a:schemeClr val="accent1"/>
            </a:solidFill>
            <a:prstDash val="solid"/>
          </a:ln>
        </p:spPr>
      </p:sp>
    </p:spTree>
  </p:cSld>
  <p:clrMapOvr>
    <a:masterClrMapping/>
  </p:clrMapOvr>
</p:sld>
</file>

<file path=ppt/theme/theme1.xml><?xml version="1.0" encoding="utf-8"?>
<a:theme xmlns:a="http://schemas.openxmlformats.org/drawingml/2006/main" name="Beat Navy">
  <a:themeElements>
    <a:clrScheme name="Beat Navy">
      <a:dk1>
        <a:srgbClr val="11182B"/>
      </a:dk1>
      <a:lt1>
        <a:srgbClr val="FFFFFF"/>
      </a:lt1>
      <a:dk2>
        <a:srgbClr val="16233F"/>
      </a:dk2>
      <a:lt2>
        <a:srgbClr val="EEF3F9"/>
      </a:lt2>
      <a:accent1>
        <a:srgbClr val="378ADD"/>
      </a:accent1>
      <a:accent2>
        <a:srgbClr val="EF9F27"/>
      </a:accent2>
      <a:accent3>
        <a:srgbClr val="6E7C94"/>
      </a:accent3>
      <a:accent4>
        <a:srgbClr val="2C4675"/>
      </a:accent4>
      <a:accent5>
        <a:srgbClr val="C7D9EE"/>
      </a:accent5>
      <a:accent6>
        <a:srgbClr val="B0411F"/>
      </a:accent6>
      <a:hlink>
        <a:srgbClr val="378ADD"/>
      </a:hlink>
      <a:folHlink>
        <a:srgbClr val="6E7C94"/>
      </a:folHlink>
    </a:clrScheme>
    <a:fontScheme name="Beat Navy">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Thompson Rivers University</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Music That Changes With The Game</dc:title>
  <dc:subject>COMP 4980 Procedural Content Generation</dc:subject>
  <dc:creator>Samar Khajuria</dc:creator>
  <cp:lastModifiedBy>Samar Khajuria</cp:lastModifiedBy>
  <cp:revision>1</cp:revision>
  <dcterms:created xsi:type="dcterms:W3CDTF">2026-10-19T02:07:19Z</dcterms:created>
  <dcterms:modified xsi:type="dcterms:W3CDTF">2026-10-19T02:07:19Z</dcterms:modified>
</cp:coreProperties>
</file>