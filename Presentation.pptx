
<file path=[Content_Types].xml><?xml version="1.0" encoding="utf-8"?>
<Types xmlns="http://schemas.openxmlformats.org/package/2006/content-types">
  <Default Extension="jpe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2"/>
    <p:restoredTop sz="94675"/>
  </p:normalViewPr>
  <p:slideViewPr>
    <p:cSldViewPr snapToGrid="0" snapToObjects="1">
      <p:cViewPr varScale="1">
        <p:scale>
          <a:sx n="119" d="100"/>
          <a:sy n="119" d="100"/>
        </p:scale>
        <p:origin x="136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58040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media" Target="../media/media2.mp3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3.png"/><Relationship Id="rId5" Type="http://schemas.openxmlformats.org/officeDocument/2006/relationships/slideLayout" Target="../slideLayouts/slideLayout2.xml"/><Relationship Id="rId4" Type="http://schemas.openxmlformats.org/officeDocument/2006/relationships/audio" Target="../media/media2.mp3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Music That Changes With The Game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Samar Khajuria, T00714740</a:t>
            </a:r>
          </a:p>
          <a:p>
            <a:r>
              <a:rPr dirty="0"/>
              <a:t>COMP 4980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Game music is normally a fixed audio file</a:t>
            </a:r>
          </a:p>
          <a:p>
            <a:r>
              <a:rPr dirty="0"/>
              <a:t>It plays the same way on every replay</a:t>
            </a:r>
          </a:p>
          <a:p>
            <a:r>
              <a:rPr dirty="0"/>
              <a:t>It does not know what the player is doing</a:t>
            </a:r>
          </a:p>
          <a:p>
            <a:r>
              <a:rPr dirty="0"/>
              <a:t>PCG means the computer builds content instead</a:t>
            </a:r>
          </a:p>
          <a:p>
            <a:r>
              <a:rPr dirty="0"/>
              <a:t>This project does that for the music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 Built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 program that writes music for each level</a:t>
            </a:r>
          </a:p>
          <a:p>
            <a:r>
              <a:rPr dirty="0"/>
              <a:t>A level number goes in, a music file comes out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Note Is Just A Number</a:t>
            </a:r>
          </a:p>
        </p:txBody>
      </p:sp>
      <p:pic>
        <p:nvPicPr>
          <p:cNvPr id="3" name="Picture 2" descr="notes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7863840" cy="36899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More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 beat is the pulse you tap your foot to</a:t>
            </a:r>
          </a:p>
          <a:p>
            <a:r>
              <a:rPr dirty="0"/>
              <a:t>Tempo is beats per minute, so higher is faster</a:t>
            </a:r>
          </a:p>
          <a:p>
            <a:r>
              <a:rPr dirty="0"/>
              <a:t>A MIDI file is not a recording</a:t>
            </a:r>
          </a:p>
          <a:p>
            <a:r>
              <a:rPr dirty="0"/>
              <a:t>It is a list of which note to play and when</a:t>
            </a:r>
          </a:p>
          <a:p>
            <a:r>
              <a:rPr dirty="0"/>
              <a:t>Each level is stored in a 620-byte MIDI 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The Music Is Made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Only two notes, a low C and a high C</a:t>
            </a:r>
          </a:p>
          <a:p>
            <a:r>
              <a:t>One note per beat, thirty-two notes in total</a:t>
            </a:r>
          </a:p>
          <a:p>
            <a:r>
              <a:t>Each beat, the program rolls 0 to 99</a:t>
            </a:r>
          </a:p>
          <a:p>
            <a:r>
              <a:t>75 out of 100, swap to the other note</a:t>
            </a:r>
          </a:p>
          <a:p>
            <a:r>
              <a:t>25 out of 100, repeat the same note</a:t>
            </a:r>
          </a:p>
          <a:p>
            <a:r>
              <a:t>Each level uses a seed to repeat its pattern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This Sits In PCG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Stochastic, because it uses randomness</a:t>
            </a:r>
          </a:p>
          <a:p>
            <a:r>
              <a:rPr dirty="0"/>
              <a:t>Constructive, it builds in one pass</a:t>
            </a:r>
          </a:p>
          <a:p>
            <a:r>
              <a:rPr dirty="0"/>
              <a:t>Automatic, no human picks the notes</a:t>
            </a:r>
          </a:p>
          <a:p>
            <a:r>
              <a:rPr dirty="0"/>
              <a:t>Adaptive, the output follows the game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Five Levels, Five Patterns</a:t>
            </a:r>
          </a:p>
        </p:txBody>
      </p:sp>
      <p:pic>
        <p:nvPicPr>
          <p:cNvPr id="3" name="Picture 2" descr="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7863840" cy="37997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Difficulty Sets The Speed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1, 80 beats per minute, 24.0 seconds</a:t>
            </a:r>
          </a:p>
          <a:p>
            <a:r>
              <a:t>Level 2, 110 beats per minute, 17.5 seconds</a:t>
            </a:r>
          </a:p>
          <a:p>
            <a:r>
              <a:t>Level 3, 140 beats per minute, 13.7 seconds</a:t>
            </a:r>
          </a:p>
          <a:p>
            <a:r>
              <a:t>Level 4, 170 beats per minute, 11.3 seconds</a:t>
            </a:r>
          </a:p>
          <a:p>
            <a:r>
              <a:t>Level 5, 200 beats per minute, 9.6 seconds</a:t>
            </a:r>
          </a:p>
          <a:p>
            <a:r>
              <a:t>Each level adds 30 beats per minute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It Does Not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046642"/>
          </a:xfrm>
        </p:spPr>
        <p:txBody>
          <a:bodyPr/>
          <a:lstStyle/>
          <a:p>
            <a:r>
              <a:rPr dirty="0"/>
              <a:t>Two notes is not really a melody</a:t>
            </a:r>
          </a:p>
          <a:p>
            <a:r>
              <a:rPr dirty="0"/>
              <a:t>The rhythm never changes</a:t>
            </a:r>
          </a:p>
          <a:p>
            <a:r>
              <a:rPr dirty="0"/>
              <a:t>Difficulty only controls the speed</a:t>
            </a:r>
            <a:endParaRPr lang="en-CA" dirty="0"/>
          </a:p>
          <a:p>
            <a:pPr marL="0" indent="0">
              <a:buNone/>
            </a:pPr>
            <a:endParaRPr dirty="0"/>
          </a:p>
        </p:txBody>
      </p:sp>
      <p:pic>
        <p:nvPicPr>
          <p:cNvPr id="4" name="level1.mp3">
            <a:hlinkClick r:id="" action="ppaction://media"/>
            <a:extLst>
              <a:ext uri="{FF2B5EF4-FFF2-40B4-BE49-F238E27FC236}">
                <a16:creationId xmlns:a16="http://schemas.microsoft.com/office/drawing/2014/main" id="{9DA4A675-07B5-123E-6C69-BE6194ED685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486947" y="3969273"/>
            <a:ext cx="812800" cy="8128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4CA1ACF-0743-7485-EC85-5940C014BA21}"/>
              </a:ext>
            </a:extLst>
          </p:cNvPr>
          <p:cNvSpPr txBox="1"/>
          <p:nvPr/>
        </p:nvSpPr>
        <p:spPr>
          <a:xfrm>
            <a:off x="1433756" y="5314278"/>
            <a:ext cx="1731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Level 1</a:t>
            </a:r>
          </a:p>
        </p:txBody>
      </p:sp>
      <p:pic>
        <p:nvPicPr>
          <p:cNvPr id="6" name="level5.mp3">
            <a:hlinkClick r:id="" action="ppaction://media"/>
            <a:extLst>
              <a:ext uri="{FF2B5EF4-FFF2-40B4-BE49-F238E27FC236}">
                <a16:creationId xmlns:a16="http://schemas.microsoft.com/office/drawing/2014/main" id="{D8443CF0-5306-56B2-5006-328FB81B9570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682890" y="3969273"/>
            <a:ext cx="812800" cy="812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0BE36D-9601-052B-51C2-B3FB36C06BC7}"/>
              </a:ext>
            </a:extLst>
          </p:cNvPr>
          <p:cNvSpPr txBox="1"/>
          <p:nvPr/>
        </p:nvSpPr>
        <p:spPr>
          <a:xfrm>
            <a:off x="6682890" y="5314278"/>
            <a:ext cx="1731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Level 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04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165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I Would Take It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Use a few more notes, so it can suggest a key</a:t>
            </a:r>
          </a:p>
          <a:p>
            <a:r>
              <a:rPr dirty="0"/>
              <a:t>Let difficulty change the randomness too</a:t>
            </a:r>
          </a:p>
          <a:p>
            <a:r>
              <a:rPr dirty="0"/>
              <a:t>Vary the drum as well as the speed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350</Words>
  <Application>Microsoft Macintosh PowerPoint</Application>
  <PresentationFormat>On-screen Show (4:3)</PresentationFormat>
  <Paragraphs>51</Paragraphs>
  <Slides>12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Music That Changes With The Game</vt:lpstr>
      <vt:lpstr>Introduction</vt:lpstr>
      <vt:lpstr>What I Built</vt:lpstr>
      <vt:lpstr>A Note Is Just A Number</vt:lpstr>
      <vt:lpstr>Three More Words</vt:lpstr>
      <vt:lpstr>How The Music Is Made</vt:lpstr>
      <vt:lpstr>Where This Sits In PCG</vt:lpstr>
      <vt:lpstr>Five Levels, Five Patterns</vt:lpstr>
      <vt:lpstr>Difficulty Sets The Speed</vt:lpstr>
      <vt:lpstr>What It Does Not Do</vt:lpstr>
      <vt:lpstr>Where I Would Take It Next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Music That Changes With The Game</dc:title>
  <dc:subject/>
  <dc:creator>Samar Khajuria</dc:creator>
  <cp:keywords/>
  <dc:description/>
  <cp:lastModifiedBy>SAMAR KHAJURIA</cp:lastModifiedBy>
  <cp:revision>4</cp:revision>
  <dcterms:created xsi:type="dcterms:W3CDTF">2026-10-19T03:13:26Z</dcterms:created>
  <dcterms:modified xsi:type="dcterms:W3CDTF">2026-10-19T03:39:48Z</dcterms:modified>
  <cp:category/>
  <cp:version>8</cp:version>
</cp:coreProperties>
</file>