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procedural music generator written in Java.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normal soundtrack is recorded once and never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it short. Level number in, music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MIDI numbers every piano key. 60 is middle C and 72 is the C above it. They are 12 apart, so they are the same note name and always sound right together. The program only uses these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 matters later, because difficulty controls it. MIDI is a recipe, not a cake.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core. Without the repeat you get low high low high forever and every level is identical. The repeat creates the variety. The proper name is a two state Markov 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strongest practical argument. Five numbers instead of five audio files.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Taxonomy is from Shaker, Togelius and Nelson. Almost everything in the course is generic. This one reacts to the game.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block is one beat. Top row is the high note, bottom row is the low note. The zig zag is the swapping. Two blocks together on one row is a repeat. Same two notes every level. Only the repeats and the speed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level 1 and level 5 here. The contrast is the demo. Level 5 is 2.5 times busier.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upfront. Saying it yourself beats being told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Left 4 Dead point connects back to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Have level 1 and level 5 ready to play.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Music That Changes With The Game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Samar Khajuria, T00714740</a:t>
            </a:r>
          </a:p>
          <a:p>
            <a:r>
              <a:t>COMP 4980, Category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Game music is normally a fixed audio file</a:t>
            </a:r>
          </a:p>
          <a:p>
            <a:r>
              <a:t>It plays the same way on every replay</a:t>
            </a:r>
          </a:p>
          <a:p>
            <a:r>
              <a:t>It does not know what the player is doing</a:t>
            </a:r>
          </a:p>
          <a:p>
            <a:r>
              <a:t>PCG means the computer builds content instead</a:t>
            </a:r>
          </a:p>
          <a:p>
            <a:r>
              <a:t>This project does that for the music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 Built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 program that writes music for each level</a:t>
            </a:r>
          </a:p>
          <a:p>
            <a:r>
              <a:t>A level number goes in, a music file comes out</a:t>
            </a:r>
          </a:p>
          <a:p>
            <a:r>
              <a:t>One Java file, about 220 lines</a:t>
            </a:r>
          </a:p>
          <a:p>
            <a:r>
              <a:t>No outside libraries</a:t>
            </a:r>
          </a:p>
          <a:p>
            <a:r>
              <a:t>Five pieces of music in under a second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Note Is Just A Number</a:t>
            </a:r>
          </a:p>
        </p:txBody>
      </p:sp>
      <p:pic>
        <p:nvPicPr>
          <p:cNvPr id="3" name="Picture 2" descr="notes_expla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7863840" cy="36899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Three More Words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 beat is the pulse you tap your foot to</a:t>
            </a:r>
          </a:p>
          <a:p>
            <a:r>
              <a:t>Tempo is beats per minute, so higher is faster</a:t>
            </a:r>
          </a:p>
          <a:p>
            <a:r>
              <a:t>A MIDI file is not a recording</a:t>
            </a:r>
          </a:p>
          <a:p>
            <a:r>
              <a:t>It is a list of which note to play and when</a:t>
            </a:r>
          </a:p>
          <a:p>
            <a:r>
              <a:t>That is why one level is only 600 bytes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The Music Is Made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Only two notes, a low C and a high C</a:t>
            </a:r>
          </a:p>
          <a:p>
            <a:r>
              <a:t>One note per beat, thirty two notes in total</a:t>
            </a:r>
          </a:p>
          <a:p>
            <a:r>
              <a:t>Each beat, the program rolls 0 to 99</a:t>
            </a:r>
          </a:p>
          <a:p>
            <a:r>
              <a:t>75 out of 100, swap to the other note</a:t>
            </a:r>
          </a:p>
          <a:p>
            <a:r>
              <a:t>25 out of 100, repeat the same note</a:t>
            </a:r>
          </a:p>
          <a:p>
            <a:r>
              <a:t>A repeat shifts the pattern, so levels differ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One Number Holds The Song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The level number starts the random numbers</a:t>
            </a:r>
          </a:p>
          <a:p>
            <a:r>
              <a:t>Level 3 always gives exactly the same music</a:t>
            </a:r>
          </a:p>
          <a:p>
            <a:r>
              <a:t>Level 4 gives different music</a:t>
            </a:r>
          </a:p>
          <a:p>
            <a:r>
              <a:t>The game stores a number, not an audio file</a:t>
            </a:r>
          </a:p>
          <a:p>
            <a:r>
              <a:t>The music is rebuilt from it every time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Where This Sits In PCG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Stochastic, because it uses randomness</a:t>
            </a:r>
          </a:p>
          <a:p>
            <a:r>
              <a:t>Constructive, it builds in one pass</a:t>
            </a:r>
          </a:p>
          <a:p>
            <a:r>
              <a:t>Automatic, no human picks the notes</a:t>
            </a:r>
          </a:p>
          <a:p>
            <a:r>
              <a:t>Adaptive, the output follows the game</a:t>
            </a:r>
          </a:p>
          <a:p>
            <a:r>
              <a:t>Adaptive is the important one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Five Levels, Five Patterns</a:t>
            </a:r>
          </a:p>
        </p:txBody>
      </p:sp>
      <p:pic>
        <p:nvPicPr>
          <p:cNvPr id="3" name="Picture 2" descr="patter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7863840" cy="379975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Difficulty Sets The Speed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Level 1, 80 beats per minute, 24.0 seconds</a:t>
            </a:r>
          </a:p>
          <a:p>
            <a:r>
              <a:t>Level 2, 110 beats per minute, 17.5 seconds</a:t>
            </a:r>
          </a:p>
          <a:p>
            <a:r>
              <a:t>Level 3, 140 beats per minute, 13.7 seconds</a:t>
            </a:r>
          </a:p>
          <a:p>
            <a:r>
              <a:t>Level 4, 170 beats per minute, 11.3 seconds</a:t>
            </a:r>
          </a:p>
          <a:p>
            <a:r>
              <a:t>Level 5, 200 beats per minute, 9.6 seconds</a:t>
            </a:r>
          </a:p>
          <a:p>
            <a:r>
              <a:t>Each level adds 30 beats per minute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It Does Not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Two notes is not really a melody</a:t>
            </a:r>
          </a:p>
          <a:p>
            <a:r>
              <a:t>The rhythm never changes</a:t>
            </a:r>
          </a:p>
          <a:p>
            <a:r>
              <a:t>Difficulty only controls the speed</a:t>
            </a:r>
          </a:p>
          <a:p>
            <a:r>
              <a:t>Nobody has listened to it and rated 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Where I Would Take It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Use a few more notes, so it can suggest a key</a:t>
            </a:r>
          </a:p>
          <a:p>
            <a:r>
              <a:t>Let difficulty change the randomness too</a:t>
            </a:r>
          </a:p>
          <a:p>
            <a:r>
              <a:t>Vary the drum as well as the speed</a:t>
            </a:r>
          </a:p>
          <a:p>
            <a:r>
              <a:t>Drive it from live game state, like Left 4 Dead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Questions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